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920240" cy="832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46888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Корейський рамен</a:t>
            </a:r>
          </a:p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в Україні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6634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Оцінка пропозиції Choi's Ramyeon (SIAS France) проти фактичної полиці:</a:t>
            </a:r>
          </a:p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102 SKU корейського рамену у 13 мережах · зріз каталогів 29.09.2026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440680"/>
            <a:ext cx="36576" cy="7315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468112"/>
            <a:ext cx="9601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Усі ціни — роздріб за одну пачку, з ПДВ. Опт, ящики та мультипаки</a:t>
            </a:r>
          </a:p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до розрахунку медіан не входять.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цифр, які вирішують питання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Порівняння комерційної пропозиції SIAS France з фактичними цінами полиці. Усі ринкові цифри — власний зріз, не оцінка.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ІМПОРТ З КОРЕЇ,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253,8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HS 1902 30, дзеркальна статистика.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+8,8 % до 2024 у кг, +34,9 % у $.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ЄМНІСТЬ КОРЕЙСЬКОЇ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222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млн грн/рік — 2,12 млн пачок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× медіана полиці 105 грн.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 КОРЕЙСЬКОГО РАМЕНУ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102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10 брендів, 13 мереж із 18.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Ашан — 67 SKU, «Сільпо» — 4.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ПОЛИЦІ, 110–135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96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52 SKU у ваговому вікні Choi's.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грн, P75 113 грн.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CHOI'S ЗА ФІНМОДЕЛЛЮ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155–230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за пачку залежно від обсягу.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Соб. 44,9–66,8 грн × 3,45.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CHOI'S УЖЕ НА ПОЛИЦІ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— Carbonara 131 г у «Таврія В»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 «Космос». EAN 3760344350847.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664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ЧОМУ ЦЕ НЕ СХОДИТЬСЯ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Найкращий тариф SIAS (33 палети) дає полицю 155–179 грн — це +60…86 % до медіани вікна 96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Той самий SKU уже продається в Україні за 125,20 грн — нижче, ніж наша власна фінмодель дозволяє поставити.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Щоб стати на медіану вікна, потрібна ціна FCA €0,55 — це −38 % до €0,88 і −46 % до €1,02.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Перевага EUR.1 над MFN — близько 2,6 грн на пачці конкурента. Розрив у 50–80 грн вона не закриває.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664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З ЦЬОГО ПРАЦЮЄ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Єдина робоча конфігурація — full truck 33 палети у канал без бонусу мережі: GM 30 % при полиці 125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6 палет не працює ніде: при полиці 125 грн маржа 10 % без бонусу і мінус з бонусом 15 %.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Дефіцит на полиці не в рамені, а в дистрибуції: МегаМаркет, Ultramarket, ЕКО, Епіцентр — 0 SKU.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«Сільпо» — 4 SKU корейського рамену на всю мережу. Це вільна полиця, але не за 179 грн.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1 674 т імпорту локшини, з них 253,8 т корейської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HS 1902 30 «інші макаронні вироби». Україна не звітувала 2025 рік до UN Comtrade — беремо дзеркальні дані країн-експортерів.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ЗВІДКИ ЇДЕ, 2025 РІК · тонн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1828800"/>
            <a:ext cx="3474719" cy="914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178308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734.1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048255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92807" y="2093975"/>
            <a:ext cx="1201313" cy="914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0408" y="2048255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253.8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1343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92807" y="2359151"/>
            <a:ext cx="1145460" cy="914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231343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242.0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57860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Туреччина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92807" y="2624327"/>
            <a:ext cx="882761" cy="914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0408" y="2578608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186.5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84378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Словаччина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7" y="2889503"/>
            <a:ext cx="393811" cy="914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0408" y="284378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83.2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10896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2807" y="3154679"/>
            <a:ext cx="236191" cy="914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310896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49.9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37413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92807" y="3419856"/>
            <a:ext cx="141525" cy="914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0408" y="337413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29.9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3931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92807" y="3685032"/>
            <a:ext cx="110759" cy="914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0408" y="363931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23.4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904487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Литва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92807" y="3950207"/>
            <a:ext cx="101766" cy="914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0408" y="3904487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169663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Чехія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92807" y="4215383"/>
            <a:ext cx="63899" cy="914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50408" y="4169663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5760720" cy="10058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26280"/>
            <a:ext cx="36576" cy="10058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681728"/>
            <a:ext cx="528523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ТОНАЖ ≠ КАТЕГОРІЯ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4910328"/>
            <a:ext cx="5285231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Туреччина по $0,63/кг і Китай по $1,54/кг — це переважно звичайні макарони, не рамен. Корея — $4,88/кг: єдиний великий постачальник із ціною, що відповідає фасованому рамену.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1572768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КОРЕЯ → УКРАЇНА, HS 1902 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182880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182880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182880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ВАРТІСТЬ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1828800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$/КГ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201168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2011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233,3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20116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$917,8 тис.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201168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$3,93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01968" y="2212848"/>
            <a:ext cx="4956048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224942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224942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253,8 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224942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$1 238,3 тис.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2720" y="22494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$4,88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24871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48716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+8,8 %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24871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+34,9 %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24871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+24,2 %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2743200"/>
            <a:ext cx="4937760" cy="157276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5120" y="2743200"/>
            <a:ext cx="36576" cy="15727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12864" y="2898648"/>
            <a:ext cx="44622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КАЖЕ ЦІНА ІМПОРТУ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12864" y="3127248"/>
            <a:ext cx="4462272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Середня експортна ціна Кореї зросла на 24 % за рік при зростанні обсягу лише на 9 %. Ринок рухається в бік дорожчих SKU (Buldak, стакани), а не дешевших.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Пропозиція SIAS — €0,88–1,31 за пачку 113–131 г, тобто $8,9–13,2/кг: у 1,8–2,7 раза дорожче за середню корейську експортну ціну.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76072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 РАХУВАЛИ ЄМНІСТЬ КОРЕЙСЬКОГО СЕГМЕНТА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961888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6071616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253,8 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6364224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імпорт з Кореї 2025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15184" y="6217920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98064" y="5961888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62656" y="6071616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2,12 млн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6364224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пачок по 120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46320" y="6217920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5961888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93792" y="6071616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 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93792" y="6364224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77456" y="6217920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60336" y="5961888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24928" y="6071616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222 млн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24928" y="6364224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08592" y="6217920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491472" y="5961888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56064" y="6071616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×4,0 до FOB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56064" y="6364224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імпліцитний множник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Чотири цінові поверхи локшини швидкого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Групування за походженням і ціною за 100 г — саме воно визначає, з ким Choi's порівнюють на полиці.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2651760" cy="1371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801368"/>
            <a:ext cx="22860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ПОВЕРХ 1 · ПТМ І МАС-МАРКЕТ УКРАЇНИ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0116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10–34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8716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«Повна Чаша», «Премія», «Щедро»,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Мівіна, Reeva. 20–41 грн/100 г.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1568" y="1645920"/>
            <a:ext cx="2651760" cy="1371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1801368"/>
            <a:ext cx="22860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ПОВЕРХ 2 · АЗІЯ БЕЗ КОРЕЇ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0116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72–99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48716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Cung Dinh, Koka, Mama, Maggi,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Oyakata. 95–121 грн/100 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6208" y="1645920"/>
            <a:ext cx="2651760" cy="1371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801368"/>
            <a:ext cx="22860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ПОВЕРХ 3 · КОРЕЙСЬКИЙ РАМЕН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20116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65–205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48716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Samyang, Nongshim, Paldo,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Ottogi. Медіана 88 грн/100 г.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70848" y="1645920"/>
            <a:ext cx="2560320" cy="1371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72016" y="1801368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ПОВЕРХ 4 · CHOI'S ЗА ФІНМОДЕЛЛЮ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2016" y="2011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155–230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48716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137–187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Вище за весь ринок.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30098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СУМІЖНА ПОЛИЦЯ: З ЧИМ ПОКУПЕЦЬ ПОРІВНЮЄ ЦІНУ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30098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записів у зрізі · медіана ·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52958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ГРУПА / БРЕНД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3529584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6864" y="352958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ЗАПИСІВ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352958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МІН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529584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352958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МАКС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3529584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52958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РОЛЬ НА ПОЛИЦІ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71246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«Повна Чаша» · «Премія»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371246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Україна · ПТМ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26864" y="371246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371246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37124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10–11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371246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37124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≈20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371246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дно категорії, цінова ручка мережі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3776" y="3890772"/>
            <a:ext cx="10936224" cy="20573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92734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«Щедро»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" y="392734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392734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77840" y="392734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0" y="39273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92734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9640" y="39273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2640" y="392734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локальний мас-маркет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142232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Мівіна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17520" y="41422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Україна · Nestlé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26864" y="414223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414223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414223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89520" y="414223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49640" y="414223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41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92640" y="414223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якір категорії, найширша дистрибуція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3776" y="4320540"/>
            <a:ext cx="10936224" cy="20573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4357116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Reeva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35711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Україна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26864" y="435711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77840" y="435711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435711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34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89520" y="435711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49640" y="435711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92640" y="435711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другий за дистрибуцією локальний бренд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57200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Cung Dinh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17520" y="45720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В'єтнам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26864" y="45720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77840" y="45720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92240" y="457200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72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89520" y="45720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144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49640" y="457200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92640" y="457200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дешева Азія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3776" y="4750308"/>
            <a:ext cx="10936224" cy="20573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6928" y="478688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Koka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17520" y="478688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Сінгапур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26864" y="478688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77840" y="478688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92240" y="47868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89520" y="478688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49640" y="47868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92640" y="478688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преміальна не-корейська Азія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500176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Mama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017520" y="500176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626864" y="50017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7840" y="50017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35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92240" y="50017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89520" y="50017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49640" y="50017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692640" y="5001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преміальна не-корейська Азія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93776" y="5180076"/>
            <a:ext cx="10936224" cy="20573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" y="5216652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Maggi Ramen noodles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017520" y="52166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ЄС · Nestlé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26864" y="521665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577840" y="521665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2240" y="521665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89520" y="521665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49640" y="521665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92640" y="52166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рамен-етикетка за ціною мас-маркету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5431536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Oyakata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17520" y="54315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ЄС · Ajinomoto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26864" y="543153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577840" y="543153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92240" y="54315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89520" y="543153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49640" y="54315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692640" y="543153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верх не-корейської Азії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93776" y="5609844"/>
            <a:ext cx="10936224" cy="20573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564642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КОРЕЙСЬКИЙ РАМЕН · 102 SKU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17520" y="56464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626864" y="564642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564642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92240" y="56464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589520" y="564642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549640" y="56464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692640" y="564642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цільова полиця Choi's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60807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Записів = кількість пар «магазин × SKU» у зрізі; медіана рахується по записах. Грн/100 г — тільки для SKU, де вага вказана в назві.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Десять корейських брендів на полиці 13 мереж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Відсортовано за шириною дистрибуції. Ціна — медіана за пачку по всіх мережах, де SKU знайдено.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45920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57984" y="1645920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 / 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645920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8" y="164592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1645920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645920"/>
            <a:ext cx="1417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645920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34272" y="1645920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645920"/>
            <a:ext cx="1600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НА ПОЛИЦІ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8288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1828800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 · Корея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182880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182880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182880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70–145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82880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34–184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18288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182880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82880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Buldak — головний драйвер категорії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" y="2066543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031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2103120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· Корея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10312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4608" y="210312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210312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210312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74–209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210312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4272" y="210312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12680" y="210312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найглибша лінійка, Shin Ramyun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377439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57984" y="2377439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 · Корея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237743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64608" y="237743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77840" y="2377439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2377439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60" y="2377439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34272" y="237743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2680" y="2377439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дешевший корейський другий ешелон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" y="2615183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651759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57984" y="2651759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 · Корея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265175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64608" y="265175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2651759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67–130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29400" y="2651759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67–112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0" y="2651759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34272" y="265175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651759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найдешевший корейський вхід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2926079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57984" y="2926079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Daesang · Корея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292607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64608" y="292607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77840" y="2926079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0" y="2926079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68–84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38160" y="2926079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34272" y="292607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12680" y="2926079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найнижча ціна за грам серед корейців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3776" y="3163823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200399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57984" y="3200399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CJ CheilJedang · 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97680" y="320039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64608" y="320039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77840" y="3200399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122–127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29400" y="3200399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38160" y="3200399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34272" y="320039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12680" y="3200399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stir-fry, поодинокий лістинг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474719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57984" y="3474719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Young Poong · Корея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97680" y="347471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64608" y="347471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77840" y="3474719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29400" y="3474719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198–204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38160" y="3474719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34272" y="347471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12680" y="3474719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ток-покі, інший привід споживання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3776" y="3712463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66928" y="3749039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57984" y="3749039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97680" y="374903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64608" y="374903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77840" y="3749039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29400" y="3749039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38160" y="3749039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34272" y="374903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12680" y="3749039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4023359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57984" y="4023359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97680" y="402335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8" y="402335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77840" y="4023359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629400" y="4023359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138160" y="4023359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34272" y="402335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12680" y="4023359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рисова локшина, ніша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93776" y="4261103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6928" y="4297679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57984" y="4297679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SIAS France · ЄС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97680" y="429767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64608" y="429767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77840" y="4297679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629400" y="4297679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138160" y="4297679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34272" y="429767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12680" y="4297679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наш продукт — уже завезений кимось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6928" y="4617720"/>
            <a:ext cx="5413248" cy="1417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66928" y="4617720"/>
            <a:ext cx="36576" cy="14173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04672" y="477316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КОНКУРЕНТ НЕ ОДИН БРЕНД, А ЦІНОВЕ ВІКНО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04672" y="5001768"/>
            <a:ext cx="4937760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Samyang і Nongshim разом дають 54 SKU з 102 і стоять у 10–11 мережах. Вони, а не Choi's, визначають, скільько «нормально» коштує корейський рамен: 111–112 грн за пачку, 96–106 грн/100 г.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17920" y="4617720"/>
            <a:ext cx="5413248" cy="1417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217920" y="4617720"/>
            <a:ext cx="36576" cy="14173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55664" y="477316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ДЕШЕВІ КОРЕЙЦІ ВЖЕ 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455664" y="5001768"/>
            <a:ext cx="4937760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Ottogi (89 грн, 75 грн/100 г) і O'Food (77 грн, 67 грн/100 г) тримають нижню межу корейської полиці. Choi's за фінмоделлю (155–230 грн) стоїть у 1,7–2,6 раза дорожче за них при тій самій вазі.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ЦІНОВІ ЯКОРІ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Вісім SKU, які покупець бачить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SKU з найширшою дистрибуцією. Це фактичні цінові якорі: саме з ними порівнюють нову позицію.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45920"/>
            <a:ext cx="4754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6459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645920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1645920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1645920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МІН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1645920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МАКС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164592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828800"/>
            <a:ext cx="4754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Buldak Hot Chicken 140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182880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182880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182880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182880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182880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182880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151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182880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" y="2066543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103120"/>
            <a:ext cx="4754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Kimchi Ramyun 120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210312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10312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10312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210312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210312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210312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210312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377439"/>
            <a:ext cx="4754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Buldak Cheese 130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2377439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37743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237743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79" y="237743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237743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21240" y="237743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237743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3776" y="2615183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2651759"/>
            <a:ext cx="4754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Shin Ramyun 120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2651759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265175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265175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3879" y="265175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1120" y="265175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1240" y="265175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98480" y="265175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926079"/>
            <a:ext cx="4754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Buldak Stew Chicken 145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94960" y="2926079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29400" y="292607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06640" y="292607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83879" y="292607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292607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21240" y="292607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184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0" y="292607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3776" y="3163823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200399"/>
            <a:ext cx="4754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Toomba Spicy&amp;Creamy 137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94960" y="3200399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29400" y="320039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137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0" y="320039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83879" y="320039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0" y="320039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21240" y="320039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98480" y="320039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474719"/>
            <a:ext cx="4754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Chapaghetti 140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94960" y="3474719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29400" y="347471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6640" y="347471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83879" y="347471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61120" y="347471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21240" y="347471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98480" y="347471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93776" y="3712463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3749039"/>
            <a:ext cx="4754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Ramen середньогостра 120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94960" y="3749039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629400" y="374903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06640" y="374903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83879" y="374903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61120" y="374903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21240" y="374903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98480" y="374903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4023359"/>
            <a:ext cx="4754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Kimchi Ramen 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394960" y="4023359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29400" y="402335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06640" y="402335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83879" y="402335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61120" y="402335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921240" y="402335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698480" y="402335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93776" y="4261103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297679"/>
            <a:ext cx="4754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Choi's Carbonara 131 г  ← наш SKU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394960" y="4297679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629400" y="429767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131 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297679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83879" y="429767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61120" y="429767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921240" y="429767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698480" y="429767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66928" y="4617720"/>
            <a:ext cx="3547872" cy="1371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68096" y="477316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ВІКНО 110–135 Г · 52 SKU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8096" y="4983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86 — 113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68096" y="545896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P25–P75 за пачку.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96 грн, мінімум 68 грн.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15968" y="4617720"/>
            <a:ext cx="3547872" cy="1371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517136" y="477316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ГРН/100 Г У ВІКНІ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17136" y="4983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80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17136" y="545896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Choi's за фінмоделлю: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137–187 грн/100 г.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065008" y="4617720"/>
            <a:ext cx="3566160" cy="1371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266176" y="4773168"/>
            <a:ext cx="3200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КОРЕЄЦЬ 120 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66176" y="49834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66176" y="545896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Ottogi Kimchi, 4 мережі.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Це підлога, а не виняток.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ФОРМАТ І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насправді щільна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Кожен рядок — скільько SKU корейського рамену лежить у цій ваговій смузі та за яку медіанну ціну.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45920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ВАГОВА СМУГА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4592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645920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4592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645920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1645920"/>
            <a:ext cx="4480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ЗА ФОРМАТ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28800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40–90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182880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18288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82880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1828800"/>
            <a:ext cx="4480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стакани й міні-пачки: дорого за грам, дешево за чек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2084831"/>
            <a:ext cx="10936224" cy="2834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12140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90–110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212140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21214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1214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212140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2121408"/>
            <a:ext cx="4480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перехідна смуга, мало SKU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414015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110–125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414015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2414015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35 %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241401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241401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2414015"/>
            <a:ext cx="4480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найщільніша смуга ринку — Shin Ramyun, Ottogi, Paldo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" y="2670047"/>
            <a:ext cx="10936224" cy="2834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706623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125–145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2706623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2706623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26 %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2706623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2706623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2706623"/>
            <a:ext cx="4480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смуга Buldak і Chapaghetti — тут премія бренду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99923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145 г 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299923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74720" y="2999231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120" y="299923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135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299923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2999231"/>
            <a:ext cx="4480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мультипаки й нестандарт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333756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" y="3346703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ФОРМАТ УПАКОВКИ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3346703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6 із 102 SKU — стакан/боул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575304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43200" y="357530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74720" y="3575304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3575304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15000" y="3575304"/>
            <a:ext cx="5852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ВИСНОВОК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75818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Пакет (пачка)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0" y="375818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0" y="3758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3758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15000" y="3758184"/>
            <a:ext cx="5852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базовий формат категорії; сюди потрапляє весь набір Choi's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" y="4014216"/>
            <a:ext cx="10936224" cy="2834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4050792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Стакан / боул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43200" y="405079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74720" y="40507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111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0" y="40507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15000" y="4050792"/>
            <a:ext cx="5852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подвійна ціна за грам, але майже не представлений — вільна ніша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72000"/>
            <a:ext cx="3547872" cy="14630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4572000"/>
            <a:ext cx="36576" cy="14630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47274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ВАГА CHOI'S — ПРАВИЛЬНА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4956048"/>
            <a:ext cx="3072384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112,5–131 г потрапляє точно у дві найщільніші смуги ринку (110–145 г, 63 % SKU). Формат і грамаж заперечень не викликають.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15968" y="4572000"/>
            <a:ext cx="3547872" cy="14630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15968" y="4572000"/>
            <a:ext cx="36576" cy="146304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53712" y="47274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ЦІНА CHOI'S — НІ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53712" y="4956048"/>
            <a:ext cx="3072384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У цих самих смугах медіана 93–112 грн за пачку і 78–86 грн/100 г. Фінмодель дає 155–230 грн, тобто +60…+139 %.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65008" y="4572000"/>
            <a:ext cx="3566160" cy="14630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065008" y="4572000"/>
            <a:ext cx="36576" cy="14630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02752" y="472744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Є ВІЛЬНЕ МІСЦЕ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02752" y="4956048"/>
            <a:ext cx="309067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Стакан/боул — 6 SKU на всю категорію при ціні за грам у 2 рази вищій. Якщо SIAS має стакан, це єдиний формат, де премія за грам ринком уже прийнята.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Хто з мереж узагалі має корейський рамен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Суцільна перевірка онлайн-каталогів 18 мереж, зріз 29.09.2026. SKU = унікальні позиції корейського рамену в каталозі мережі.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45920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45920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645920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64592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645920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1645920"/>
            <a:ext cx="4023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БРЕНДИ НА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2880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8288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82880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182880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82880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1828800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Ottogi · O'Food · Bibigo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2043684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08026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 (Вінниця)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08026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0802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08026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08026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72–205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2080260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Yopokki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3172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(Чернівці)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233172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33172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233172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33172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67–157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2331720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" y="2546603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583179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2583179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C&amp;C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2583179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258317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58317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105–204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2583179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834639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2834639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2834639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283463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283463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70–138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9520" y="2834639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" y="3049523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086099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 (Харків)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3086099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3086099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0" y="308609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308609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3086099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337559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 (Харків)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3337559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3337559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333755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33755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3337559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" y="3552443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589019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(Одеса)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3589019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0" y="3589019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12080" y="358901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17920" y="358901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3589019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Choi's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40479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4640" y="3840479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0" y="3840479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12080" y="384047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384047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89520" y="3840479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Choi's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4055363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4091939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4640" y="4091939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0" y="4091939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09193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17920" y="409193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89520" y="4091939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34340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4640" y="43434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0" y="434340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12080" y="434340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34340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89520" y="4343400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4558284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459486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34640" y="459486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№1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72000" y="45948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12080" y="459486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17920" y="459486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90–199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89520" y="4594860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84632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34640" y="484632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484632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12080" y="484632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17920" y="484632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138–139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89520" y="4846320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" y="5061204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509778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 · Ultramarket · ЕКО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34640" y="509778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72000" y="50977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212080" y="509778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17920" y="509778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89520" y="5097780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53492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 · «Ідеал»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34640" y="534924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0" y="534924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12080" y="53492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17920" y="534924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89520" y="5349240"/>
            <a:ext cx="4023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6928" y="5394960"/>
            <a:ext cx="3547872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394960"/>
            <a:ext cx="36576" cy="8229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55040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№1 · «СІЛЬПО»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779008"/>
            <a:ext cx="30723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Найбільша мережа країни тримає 4 SKU корейського рамену. Полиця відкрита — але вхідна ціна там 90–139 грн.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315968" y="5394960"/>
            <a:ext cx="3547872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315968" y="5394960"/>
            <a:ext cx="36576" cy="8229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53712" y="555040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№2 · П'ЯТЬ МЕРЕЖ З НУЛЕМ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53712" y="5779008"/>
            <a:ext cx="30723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МегаМаркет, Ultramarket, ЕКО маркет, Епіцентр, «Ідеал» — 0 SKU. Це аргумент для дистрибуції, не для ціни.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65008" y="5394960"/>
            <a:ext cx="356616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065008" y="5394960"/>
            <a:ext cx="36576" cy="82296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02752" y="555040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ОДИН ДИСТРИБ'ЮТОР НА ДВІ МЕРЕЖІ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02752" y="5779008"/>
            <a:ext cx="3090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SKU і той самий діапазон — їх обслуговує один постачальник. Саме там стоїть Choi's.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КРИТИЧНИЙ ФАКТ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Choi's Ramyeon уже продається 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Знайдено в каталогах під час зрізу 29.09.2026. Це не оцінка — це фактична роздрібна ціна того самого SKU.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3547872" cy="12801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80136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0116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Carbonara 131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8716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EAN 3760344350847.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Префікс 376 — Франція (SIAS).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1645920"/>
            <a:ext cx="3547872" cy="12801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180136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РОЗДРІБНА ЦІНА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0116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48716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«Таврія В» і «Космос».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96 грн/100 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008" y="1645920"/>
            <a:ext cx="3566160" cy="12801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6" y="1801368"/>
            <a:ext cx="3200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ЗА НАШОЮ ФІНМОДЕЛЛЮ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6" y="2011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179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248716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33 палети, €1,02.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+43 % до фактичної ціни.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15468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16382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92424"/>
            <a:ext cx="3547872" cy="1828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392424"/>
            <a:ext cx="36576" cy="182880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54787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1 · ЦІНА ВЖЕ ВСТАНОВЛЕНА РИНКОМ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776472"/>
            <a:ext cx="3072384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Не ми визначаємо полицю для Choi's. Вона вже є: 125,20 грн. Наша фінмодель на найкращому тарифі дає 179 грн. Зайти дорожче за той самий бренд, що вже стоїть поруч, неможливо.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Європейський роздріб того самого SKU: €2,20 (акція €1,80) = 92–112 грн. Українська полиця вже на рівні європейської — цінового запасу під імпортну маржу немає.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5968" y="3392424"/>
            <a:ext cx="3547872" cy="1828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5968" y="3392424"/>
            <a:ext cx="36576" cy="18288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3712" y="354787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2 · ХТО ВЖЕ ЗАВІЗ — ПИТАННЯ ДО SIAS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776472"/>
            <a:ext cx="3072384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Перед будь-якими обговореннями обсягу треба з'ясувати: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хто діючий імпортер Choi's в Україні;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які в нього ціна FCA і обсяг;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чи пропонують нам ексклюзив, чи ми будемо другим каналом на той самий бренд;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чому нам дають €1,31 за 6 палет, якщо хтось уже продає в роздріб за 125 грн.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65008" y="3392424"/>
            <a:ext cx="3566160" cy="1828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65008" y="3392424"/>
            <a:ext cx="36576" cy="18288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547872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3 · НАЙІМОВІРНІША ГІПОТЕЗА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776472"/>
            <a:ext cx="3090672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Діючий імпортер працює або на значно нижчій ціні FCA, або на моделі без бонусу мережі й з маржею ~30 %, або завозить дрібними партіями як асортиментний додаток.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Перший варіант означає, що пропоновані нам €0,88–1,31 не є кращою ціною SIAS. Це головне, що треба перевірити до розрахунку обсягу.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035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Джерело: каталоги tavriav.zakaz.ua і cosmos.zakaz.ua, позиція «Локшина Choi's рамен карбон 131г», 125,20 грн, зріз 29.09.2026. Європейська ціна — dotasia.eu.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ФІНМОДЕЛЬ ПРОТИ ПОЛИЦІ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дає кожен тариф SIAS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Полиця = собівартість × 3,45. Множник: цільова маржа 35 %, бонус мережі 25 %, націнка мережі 1,40, ПДВ 20 %. Курс НБУ 50,97 грн/€ на 29.09.2026.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37360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ТАРИФ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3744" y="1737360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737360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€/ПАЧКА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737360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СОБ.,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73736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73736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737360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МЕДІАНИ 96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1737360"/>
            <a:ext cx="1600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ФАКТУ 125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92024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6 палет · 9 600 пачок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3744" y="192024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123 / Carbonara 131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192024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202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66,8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19202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19202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176–187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19202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+139 %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192024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+84 %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" y="2176272"/>
            <a:ext cx="10936224" cy="2834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21284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6 палет · 9 600 пачок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3744" y="221284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 / Spicy / Beef / Chicken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221284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22128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57,6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221284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21284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221284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+106 %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221284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+59 %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50545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12 палет · 19 200 пачок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23744" y="250545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123 / Carbonara 131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250545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250545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56,6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250545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0920" y="250545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149–159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250545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+102 %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12680" y="2505456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+56 %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3776" y="2761487"/>
            <a:ext cx="10936224" cy="2834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2798063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12 палет · 19 200 пачок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23744" y="2798063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 / Spicy / Beef / Chicken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0" y="2798063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0,96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7800" y="2798063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48,9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2798063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169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60920" y="2798063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149–150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2798063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+75 %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2680" y="2798063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+35 %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090671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33 палети · 52 800 пачок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23744" y="3090671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123 / Carbonara 131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0" y="3090671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309067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52,0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309067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0920" y="309067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137–146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66760" y="309067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+86 %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2680" y="3090671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+43 %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3776" y="3346703"/>
            <a:ext cx="10936224" cy="2834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383279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33 палети · 52 800 пачок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23744" y="3383279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 / Spicy / Beef / Chicken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38327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57800" y="3383279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44,9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80" y="338327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60920" y="3383279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383279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+60 %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12680" y="3383279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+24 %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376732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3232" y="3776472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ЗВОРОТНА ЗАДАЧА: ЯКА ЦІНА FCA ПОТРІБНА ПІД КОЖЕН ЦІНОВИЙ ОРІЄНТИР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005072"/>
            <a:ext cx="3108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49039" y="4005072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63440" y="4005072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ПОТРІБНА СОБ.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5040" y="4005072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ПОТРІБЕН FCA, 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4005072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€0,88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78240" y="4005072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€1,02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966960" y="4005072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€1,31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4187952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Паритет Ottogi Kimchi 120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749039" y="418795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63440" y="41879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22,3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35040" y="418795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0,438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89520" y="418795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−50 %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78240" y="418795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−57 %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66960" y="418795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−67 %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3776" y="4425696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66928" y="4462272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P25 вікна 110–135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49039" y="446227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63440" y="44622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25,0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035040" y="446227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0,490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89520" y="446227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−44 %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778240" y="446227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−52 %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966960" y="446227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−63 %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6928" y="4736592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Медіана вікна 110–135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49039" y="473659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63440" y="473659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28,0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35040" y="473659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0,549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589520" y="473659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−38 %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778240" y="473659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−46 %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66960" y="473659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−58 %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" y="4974336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5010912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Медіана всього корейського рамену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749039" y="501091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663440" y="50109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30,5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35040" y="501091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0,598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50109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−32 %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778240" y="50109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−41 %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66960" y="50109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−54 %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6928" y="5285231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Фактична полиця Choi's сьогодні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749039" y="5285231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663440" y="528523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36,3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035040" y="528523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0,713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89520" y="5285231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−19 %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778240" y="5285231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−30 %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66960" y="5285231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−46 %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6928" y="59893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Собівартість у пропозиції SIAS трактується як витрати до полиці (FCA + фрахт + оформлення). Якщо €0,88–1,31 — це лише ціна FCA без логістики, усі значення полиці зростають, а розрив збільшується.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ТЕСТ НА ВИЖИВАННЯ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Яка маржа виходить, якщо стати за 125,20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Беремо фактичну полицю Choi's як задану. Полиця 125,20 → без ПДВ 104,3 → закупка мережі 74,5 грн при націнці 1,40.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91640"/>
            <a:ext cx="22860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ТАРИФ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691640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СОБ., ГРН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69164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БОНУС 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69164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БОНУС 15 %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169164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БОНУС 25 %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691640"/>
            <a:ext cx="2697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ВЕРДИКТ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745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6 палет · €1,31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187452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66,8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187452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GM 10,4 %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187452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GM −5,4 %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187452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GM −19,5 %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874520"/>
            <a:ext cx="2697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не працює ніде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2185416"/>
            <a:ext cx="10936224" cy="3383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221992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12 палет · €1,11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222199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56,6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222199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GM 24,1 %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222199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GM 10,7 %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222199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GM −1,2 %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2221992"/>
            <a:ext cx="2697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тільки канал без бонусу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56946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33 палети · €1,02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256946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52,0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256946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GM 30,2 %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256946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GM 17,9 %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56946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-10">
                <a:solidFill>
                  <a:srgbClr val="717890"/>
                </a:solidFill>
                <a:latin typeface="Segoe UI"/>
              </a:rPr>
              <a:t>GM 7,0 %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2569464"/>
            <a:ext cx="2697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-10">
                <a:solidFill>
                  <a:srgbClr val="303A5D"/>
                </a:solidFill>
                <a:latin typeface="Segoe UI"/>
              </a:rPr>
              <a:t>працює без бонусу; у мережі — ні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01752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026663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ДАЄ У ГРОШАХ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026663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на одну партію, до внутрішньої логістики та маркетингу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3255263"/>
            <a:ext cx="22860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ТАРИФ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3255263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ПАЧОК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60520" y="3255263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МАРЖА/ПАЧКУ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000" y="3255263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ВАЛОВА МАРЖА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52360" y="3255263"/>
            <a:ext cx="1828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ОБОРОТНИЙ КАПІТАЛ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64040" y="3255263"/>
            <a:ext cx="2148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6 палет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26080" y="343814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9 600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60520" y="343814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7,7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0" y="3438144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74 тис.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52360" y="3438144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641 тис.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64040" y="3438144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маржа не покриває оформлення партії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76" y="3712463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749039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12 палет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26080" y="3749039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19 200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60520" y="3749039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17,9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15000" y="3749039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344 тис.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749039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1 087 тис.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64040" y="3749039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гранично; будь-який бонус з'їдає все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059935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33 палети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26080" y="4059935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52 800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405993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22,5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15000" y="4059935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1 189 тис.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52360" y="405993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2 747 тис.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059935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єдиний тариф з реальною маржею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4754880"/>
            <a:ext cx="5413248" cy="1417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6928" y="4754880"/>
            <a:ext cx="36576" cy="14173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4672" y="49103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ЧОМУ БОНУС ВИРІШУЄ ВСЕ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4672" y="5138928"/>
            <a:ext cx="4937760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Бонус мережі 25 % при полиці 125 грн забирає 18,6 грн з 74,5 грн закупки. На тарифі 33 палети це знижує GM з 30 % до 7 % — нижче будь-якого порогу окупності імпорту.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Практичний висновок: якщо заходити, то в канал без бонусу — маркетплейси й азійські фудшопи, а не національні мережі.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17920" y="4754880"/>
            <a:ext cx="5413248" cy="1417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17920" y="4754880"/>
            <a:ext cx="36576" cy="14173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55664" y="49103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ЧОГО НЕМАЄ В ЦЬОМУ РОЗРАХУНКУ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138928"/>
            <a:ext cx="4937760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Не враховано: внутрішню логістику й складування, лістингові платежі, промо-бюджет, втрати від залишків, вартість грошей на 2,7 млн грн обороту на full truck і курсовий ризик.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Усі вони зменшують маржу. Тобто GM 30 % на 33 палетах — це верхня межа, не робочий план.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КАНАЛИ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Куди Choi's може зайти за поточної ціни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Канал визначається не покупцем, а тим, чи бере він бонус і яку націнку тримає.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0200"/>
            <a:ext cx="2788920" cy="2103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00200"/>
            <a:ext cx="36576" cy="21031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55648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НАЦІОНАЛЬНІ МЕРЕЖІ · НЕ ЗАХОДИМО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84248"/>
            <a:ext cx="2313432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Ашан, «Сільпо», NOVUS, METRO, «Зараз».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 20–30 %, націнка 1,35–1,45, лістинг і промо-календар.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За поточної ціни FCA GM падає до 7 % і нижче. Полиця під Choi's тут уже зайнята Samyang і Nongshim за 90–139 грн.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8" y="1600200"/>
            <a:ext cx="2788920" cy="2103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8728" y="1600200"/>
            <a:ext cx="36576" cy="21031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755648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РЕГІОНАЛЬНІ МЕРЕЖІ · МОЖЛИВО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1984248"/>
            <a:ext cx="2313432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«Космос», «Таврія В», «Восторг», «Клас», Grono, Onde, «ЧудоМаркет».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корейського рамену тут 118–137 грн — вище, ніж у національних. Бонуси нижчі.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Але саме тут уже стоїть Choi's за 125,20 грн через іншого постачальника.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1600200"/>
            <a:ext cx="2788920" cy="2103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10528" y="1600200"/>
            <a:ext cx="36576" cy="21031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755648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МАРКЕТПЛЕЙСИ · РОБОЧИЙ 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84248"/>
            <a:ext cx="2313432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Rozetka, Prom, MAUDAU, Bigl.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в категорії «локшина рамен» на Prom — 135 грн, мінімум 80 грн.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Бонусу немає, націнка продавця власна. Це єдиний масовий канал, де поточна ціна FCA дає GM 25–30 %.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82328" y="1600200"/>
            <a:ext cx="2148840" cy="2103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82328" y="1600200"/>
            <a:ext cx="36576" cy="21031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1755648"/>
            <a:ext cx="16733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АЗІЙСЬКІ ФУДШОПИ · РОБОЧИЙ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1984248"/>
            <a:ext cx="1673352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OMG! Asia, Тайякі Март, Суші Повар, Asia Foods, Panda Asian.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Корейський рамен 61–158 грн, ядро 92–135 грн. Без бонусу.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Малі обсяги: full truck цим каналом не вибирається.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3192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941063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ЦІНОВИЙ ЗРІЗ ПО КАНАЛАХ · КОРЕЙСЬКИЙ РАМЕН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169663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169663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ТОЧОК У ЗРІЗІ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169663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 / ЗАПИСІВ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169663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169663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169663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БОНУС МЕРЕЖІ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4169663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ПРИДАТНІСТЬ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352544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Національні мережі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35254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435254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111 записів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35254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43525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435254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20–30 %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35254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4626864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663440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Регіональні мережі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6634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6634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108 записів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466344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67–205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26679" y="46634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46634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5–15 %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466344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умовно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974336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497433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0" y="497433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50+ позицій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49743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80–1 350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26679" y="49743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0" y="497433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4974336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3776" y="5248655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285231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5285231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5+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5285231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72 позиції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528523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61–158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26679" y="528523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0" y="5285231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528523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так, але обсяг малий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623560"/>
            <a:ext cx="11064240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66928" y="5623560"/>
            <a:ext cx="36576" cy="7772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4672" y="577900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ГОЛОВНЕ ПРО КАНАЛИ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" y="6007608"/>
            <a:ext cx="105887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Канали, де поточна ціна SIAS дає маржу, не здатні вибрати full truck 52 800 пачок. Канал, який здатен, маржі не дає. Це і є структурна проблема пропозиції, а не питання переговорів про 5–10 %.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ВИСНОВОК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робити з пропозицією SIAS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Три сценарії, оцінені за конкурентною позицією, а не за собівартістю.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0200"/>
            <a:ext cx="3547872" cy="38404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00200"/>
            <a:ext cx="36576" cy="384048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55648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B53A3A"/>
                </a:solidFill>
                <a:latin typeface="Segoe UI"/>
              </a:rPr>
              <a:t>НЕ ЗАВОДИТИ ЗА ПОТОЧНОЮ ЦІНОЮ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65960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6 і 12 палет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542032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B53A3A"/>
                </a:solidFill>
                <a:latin typeface="Segoe UI"/>
              </a:rPr>
              <a:t>GM 10–24 %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71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145536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169–230 грн проти медіани вікна 96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54787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ПРОБЛЕМА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721608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той самий SKU уже в роздрібі за 125,20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2394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 ПРИ 125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297680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6 палет — 10 %, 12 палет — 24 % і лише без бонусу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700016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ВЕРДИКТ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873752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тестова партія не дасть ні маржі, ні даних: ціна нерелевантна ринку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5968" y="1600200"/>
            <a:ext cx="3547872" cy="38404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5968" y="1600200"/>
            <a:ext cx="36576" cy="38404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1755648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F9A50B"/>
                </a:solidFill>
                <a:latin typeface="Segoe UI"/>
              </a:rPr>
              <a:t>ЄДИНИЙ РОБОЧИЙ ВАРІАНТ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1965960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33 палети, канал без бонусу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542032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F9A50B"/>
                </a:solidFill>
                <a:latin typeface="Segoe UI"/>
              </a:rPr>
              <a:t>GM 30 %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971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УМОВА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145536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маркетплейси й азійські фудшопи, полиця 125–135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354787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721608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22,5 грн/пачку, 1,19 млн грн на партію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412394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4297680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оборотний капітал 2,7 млн грн і залишки: 52 800 пачок ≈ 2,5 % річного корейського ринку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700016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ВЕРДИКТ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873752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працює лише якщо заздалегідь законтрактовано ≥60 % обсягу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65008" y="1600200"/>
            <a:ext cx="3547872" cy="38404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65008" y="1600200"/>
            <a:ext cx="36576" cy="38404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02752" y="1755648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ЩО ПРОСИТИ У SIAS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1965960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FCA €0,55–0,60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2542032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−38…−46 %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2971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ЦІЛЬ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3145536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полиця 96–105 грн, паритет із медіаною корейського рамену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354787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ДАЄ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2752" y="3721608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повноцінний вхід у національні мережі з бонусом 25 % і маржею 35 %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2752" y="412394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АРГУМЕНТ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4297680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Ottogi і O'Food тримають 67–89 грн; ринок уже має дешевших корейців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4700016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ЯКЩО ВІДМОВА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752" y="4873752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питання закрите: категорія не має цінового запасу під €0,88 і вище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5623560"/>
            <a:ext cx="11064240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66928" y="5623560"/>
            <a:ext cx="36576" cy="7772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" y="577900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ОДНЕ РЕЧЕННЯ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" y="6007608"/>
            <a:ext cx="105887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Продукт і грамаж правильні, канал існує, попит зростає — але ціна пропозиції на 60–139 % вище за полицю, і той самий SKU уже продається в Україні дешевше, ніж дозволяє наша фінмодель. Без перегляду FCA до €0,55–0,60 проєкт не має цінового простору.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МЕТОД І ОБМЕЖЕННЯ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перевірено, що оцінено, що не перевірено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Розділення факту, припущення й оцінки. Читати перед тим, як спиратися на цифри.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81912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ФАКТ · ВЛАСНИЙ ЗРІЗ 29.09.2026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81912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перевірено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10512"/>
            <a:ext cx="3291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ПОКАЗНИК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810512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810512"/>
            <a:ext cx="5577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ДЖЕРЕЛО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993392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SKU корейського рамену в мережах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199339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102 SKU, 219 записів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1993392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онлайн-каталоги 18 мереж (zakaz.ua API, sf-ecom-api.silpo.ua)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2194560"/>
            <a:ext cx="10936224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231136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Ціна Choi's Carbonara 131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223113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125,20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231136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В», «Космос», EAN 3760344350847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68880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Імпорт HS 1902 30 до України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24688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1 674 т у 2025, Корея 253,8 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2468880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UN Comtrade, дзеркальні дані країн-експортерів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" y="2670048"/>
            <a:ext cx="10936224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706624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Курс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2706624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50,97 грн/€ · 44,82 грн/$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2706624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НБУ, 29.09.2026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94436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Ціни азійських фудшопів і Prom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443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61–158 грн · медіана 135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2944368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каталоги SushiPovar, AsiaFoods, Taiyaki, Prom.ua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273551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282695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ПРИПУЩЕННЯ · ВЗЯТО З НАШОЇ МОДЕЛІ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3282695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можна змінити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511296"/>
            <a:ext cx="3291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ПОКАЗНИК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0" y="3511296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3511296"/>
            <a:ext cx="5577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ДЖЕРЕЛО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3694176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Множник полиці 3,45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69417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маржа 35 %, бонус 25 %, націнка 1,40, ПДВ 20 %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3694176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модель із дослідження готового рису; для рамену не калібрувалась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3895344"/>
            <a:ext cx="10936224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931920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«Собівартість» у колоді SIAS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31920" y="393192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витрати до полиці, включно з фрахтом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3931920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припущення: цифри падають з обсягом, отже фрахт амортизується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169663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Середня вага пачки 120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4169663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для перерахунку тонн у пачки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4169663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медіана ваги 102 корейських SKU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" y="4370831"/>
            <a:ext cx="10936224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407407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Нульове мито за EUR.1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1920" y="4407407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0 % замість MFN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4407407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заявлено SIAS; ефект ≈3 грн/пачку — розриву не закриває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736591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3232" y="4745735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НЕ ПЕРЕВІРЕНО · ЗАКРИТИ ДО РІШЕННЯ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4745735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критично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974335"/>
            <a:ext cx="3291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ПОКАЗНИК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74335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4974335"/>
            <a:ext cx="5577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ДЖЕРЕЛО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5157215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Хто діючий імпортер Choi's в Україні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31920" y="5157215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встановлено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5040" y="5157215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визначає, чи є в нас ексклюзив і чи €0,88 — найкраща ціна SIAS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3776" y="5358383"/>
            <a:ext cx="10936224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5394959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Структура «собівартості» SIAS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31920" y="5394959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розбивка не надана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0" y="5394959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якщо це чистий FCA без логістики — полиця вища за розрахункову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5632703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Ставка MFN на 1902 30 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931920" y="5632703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підтверджена офіційним тарифом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35040" y="5632703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впливає на розмір переваги EUR.1, але не на порядок цифр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93776" y="5833871"/>
            <a:ext cx="10936224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5870447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Обсяг продажів конкурентів у штуках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31920" y="5870447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недоступний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0" y="5870447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ємність 222 млн грн оцінена через імпорт × медіану ціни, а не через sell-out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6108191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Бонусні умови конкретних мереж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6108191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запитувались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35040" y="6108191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від них залежить, чи GM 30 % взагалі досяжна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