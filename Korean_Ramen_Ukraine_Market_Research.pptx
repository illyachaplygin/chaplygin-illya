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Ринкові цифри — власний зріз каталогів,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кг, +35 % $ до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63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Choi’s.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CHOI’S ЗА ФІНМОДЕЛЛЮ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155–230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 залежно від обсягу.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Соб. 44,9–66,8 грн × 3,45.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ЧОМУ ЦЕ НЕ СХОДИТЬСЯ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Найкращий тариф SIAS (33 палети) дає полицю 155–179 грн — це +60…86 % до медіани вікна 96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Той самий SKU уже продається в Україні за 125,20 грн — нижче, ніж наша власна фінмодель дозволяє поставити.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Щоб стати на медіану вікна, потрібна ціна FCA €0,55 — це −38 % до €0,88 і −46 % до €1,02.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Перевага EUR.1 над MFN — близько 2,6 грн на пачці конкурента. Розрив у 50–80 грн вона не закриває.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З ЦЬОГО ПРАЦЮЄ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Єдина робоча конфігурація — full truck 33 палети у канал без бонусу мережі: GM 30 % при полиці 125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6 палет не працює ніде: при полиці 125 грн маржа 10 % без бонусу і мінус уже з бонусом 15 %.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Дефіцит не в рамені, а в дистрибуції: МегаМаркет, Ultramarket, ЕКО, Епіцентр, «Ідеал» — 0 SKU.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«Сільпо» — 4 SKU корейського рамену на всю мережу. Полиця вільна, але не під 179 грн.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137–187 грн/100 г за фінмоделлю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Факт сьогодні: 96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За фінмоделлю Choi’s стає вище за весь преміум-поверх: 137–187 грн/100 г проти 93–146 у Samyang, Nongshim і Bich-Chi. Фактична ж ціна того самого SKU в Україні сьогодні — 96 грн/100 г, тобто верхня межа МІДЛУ, а не преміум. Різниця між цими двома числами і є предметом переговорів із SIAS.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828800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28800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828800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1828800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1828800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828800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20116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Daesang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0116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20116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20116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20116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 серед корейців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75104" y="22402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22402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22402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22402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53328" y="22402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402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і Kimchi — найдешевший вхід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75104" y="24688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6784" y="24688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8848" y="24688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24688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24688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7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24688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75104" y="2697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6784" y="26974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26974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26974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53328" y="26974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4927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6974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75104" y="29260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4" y="29260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848" y="29260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48072" y="29260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53328" y="29260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7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7888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0" y="29260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75104" y="31546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86784" y="31546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98848" y="31546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8072" y="31546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53328" y="31546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927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47888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0" y="31546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головний якір полиці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75104" y="3767328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86784" y="376732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98848" y="3767328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8072" y="3767328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3328" y="3767328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24927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7888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0" y="3767328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104" y="3950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86784" y="3950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98848" y="3950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48072" y="3950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53328" y="3950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7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47888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3950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41788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CJ CheilJedang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86784" y="41788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98848" y="41788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48072" y="41788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53328" y="41788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24927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47888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44000" y="41788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CJ, поодинокий лістинг в Ашані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975104" y="44074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86784" y="44074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98848" y="44074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48072" y="44074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53328" y="44074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7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47888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44000" y="44074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66928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75104" y="46360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86784" y="46360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98848" y="46360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48072" y="46360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053328" y="46360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24927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47888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0" y="46360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прямий аналог Choi’s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75104" y="48646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986784" y="48646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498848" y="48646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48072" y="48646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53328" y="48646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24927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47888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0" y="48646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 — чорнобобовий соус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6928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75104" y="5093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ЄС · SIAS France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86784" y="5093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093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148072" y="5093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53328" y="5093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24927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47888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144000" y="5093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продукт: Carbonara та Gouda — цей сегмент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975104" y="53218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986784" y="53218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498848" y="53218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48072" y="53218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53328" y="53218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24927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47888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0" y="53218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головна франшиза категорії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847088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4708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847088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1847088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1847088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847088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202996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02996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202996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20299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20299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2996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75104" y="228600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228600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228600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228600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53328" y="228600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8600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75104" y="2542032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6784" y="2542032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8848" y="2542032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254203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25420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7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2542032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75104" y="2798064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6784" y="2798064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2798064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27980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53328" y="279806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4927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798064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Cup і сублімовані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75104" y="3511296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86784" y="351129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98848" y="3511296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48072" y="3511296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53328" y="3511296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7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7888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3511296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75104" y="3694176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369417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98848" y="3694176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48072" y="369417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53328" y="369417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7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47888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0" y="3694176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75104" y="3950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86784" y="3950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98848" y="3950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8072" y="3950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3328" y="3950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24927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7888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0" y="3950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104" y="420624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86784" y="420624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98848" y="420624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48072" y="420624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533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7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47888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420624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4462272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Young Poong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86784" y="4462272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98848" y="4462272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48072" y="446227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53328" y="446227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24927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47888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44000" y="4462272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5265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93807"/>
            <a:ext cx="66408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3484" y="198466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9534" y="195723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1866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5981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63490" y="225067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75503" y="222323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8467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25822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83529" y="2516678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9539" y="248924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506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91829"/>
            <a:ext cx="182022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03544" y="27826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9674" y="27552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166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57836"/>
            <a:ext cx="20802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703570" y="3048692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9731" y="30212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8269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2384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43574" y="331470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35586" y="32872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4870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89851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629" y="358070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5643" y="355327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1471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55858"/>
            <a:ext cx="542067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83654" y="3846714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00157" y="381928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8071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21865"/>
            <a:ext cx="6004750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23659" y="411272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00032" y="408528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4672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87873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43724" y="437872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738" y="435129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127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53880"/>
            <a:ext cx="25923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104119" y="4644736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04932" y="4617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77707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53502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155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37827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13622" y="161848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179 грн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178082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53877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230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03834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ТАРИФ SIAS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€0,88 · +60 % до вікна.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35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136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914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692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47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624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79284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9359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Choi’s факт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125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38680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8755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155 грн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11348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423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179 грн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53267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3343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230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194560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37743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6769" y="2231136"/>
            <a:ext cx="1030224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1354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7471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3910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7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79685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0007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0007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80563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93244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15780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54413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5099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864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1860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8299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5530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05530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11969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348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34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76358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76161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5323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11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9810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7859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1078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078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20445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2366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42982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78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2668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08785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2005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0697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5413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4541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5487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7097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18869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5750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796136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639632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956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2741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6635496" y="2651760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01156" y="2779776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28247" y="2304288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28247" y="2505456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2980944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2 · СТІР-ФРАЙ БЕЗ БУЛЬЙОНУ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16382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24575" y="3017520"/>
            <a:ext cx="122339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16174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45149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912758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938513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073730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07373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73730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73730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8641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8641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86411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395675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3733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30695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7576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14204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97839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18444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281024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351852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8023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11808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7563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375637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375637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6506718" y="3438144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072378" y="3566159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28247" y="3090672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28247" y="3291839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3767327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395020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49936" y="3803903"/>
            <a:ext cx="57950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41374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16962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61443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70708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443967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505136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0493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637134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37134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95084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695084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901129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901129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01129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90112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37792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8930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599028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Diamond 137"/>
          <p:cNvSpPr/>
          <p:nvPr/>
        </p:nvSpPr>
        <p:spPr>
          <a:xfrm>
            <a:off x="6635496" y="4224527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01156" y="4352544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128247" y="3877055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28247" y="407822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553712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66928" y="473659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768465" y="4590288"/>
            <a:ext cx="3155061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035097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746595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936543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682734" y="491490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891998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891998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891998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Diamond 151"/>
          <p:cNvSpPr/>
          <p:nvPr/>
        </p:nvSpPr>
        <p:spPr>
          <a:xfrm>
            <a:off x="9661779" y="5010912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227438" y="5138928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198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128247" y="4663440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128247" y="4864608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548640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Помаранчеві лінії: фактична полиця Choi’s і полиця за фінмоделлю на різних тарифах (розрахунок — у файлі Excel).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ЖОДЕН ТАРИФ НЕ ПОТРАПЛЯЄ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Усі шість варіантів SIAS (155–230 грн) лежать праворуч від P75 кожного сегмента, окрім ток-покі — іншого продукту.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дає 155–230 грн, тобто +60…+139 %.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Але Choi’s за фінмоделлю — 137–187 грн/100 г, тобто у 4–6 разів дорожче за українську підлогу і в 1,6–2,2 раза дорожче за медіану корейського рамену.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ЗА ФІНМОДЕЛЛЮ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179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€1,02.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+43 %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Наша фінмодель на найкращому тарифі дає 179 грн. Зайти дорожче за той самий бренд, що вже стоїть поруч, неможливо.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€2,20 (акція €1,80) = 92–112 грн. Українська полиця вже на рівні європейської: цінового запасу під імпортну маржу немає.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значно нижчій ціні FCA, або без бонусу мережі з маржею ~30 %,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