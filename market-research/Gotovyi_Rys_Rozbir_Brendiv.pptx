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33087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6CEE2"/>
                </a:solidFill>
                <a:latin typeface="Segoe UI"/>
              </a:rPr>
              <a:t>Обсяг ринку · формати · грамаж · ціна · канали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82896"/>
            <a:ext cx="6309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FA9C4"/>
                </a:solidFill>
                <a:latin typeface="Segoe UI"/>
              </a:rPr>
              <a:t>23 бренди · 84 позиції з пакшотом і ціною за 1 шт · 56 продавців
Зріз українських онлайн-вітрин і 17 мереж: 22–23 вересня 2026 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52944" y="5266944"/>
            <a:ext cx="4453128" cy="1188720"/>
          </a:xfrm>
          <a:prstGeom prst="roundRect">
            <a:avLst>
              <a:gd name="adj" fmla="val 12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5394960"/>
            <a:ext cx="405993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Ben's Original · Ottogi · Henan · Haidilao · Bibigo · Clearspring · Portion · Маркел · Gallina Blanca · Mo Xiao Xian · Zihaiguo · Rongcheng Haoji · Qiaoshanmei · Travellunch · Trek'n Eat · Mountain House · Adventure Food · Adventure Menu · SubliMate · James Cook · Їжа в Похід · Харчі · !FEST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34256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ВІДСТАВАННЯ ВІД ЄС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C94F7C"/>
                </a:solidFill>
                <a:latin typeface="Segoe UI"/>
              </a:rPr>
              <a:t>×20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0,07 $ на особу проти
1,43 $ у ЄС. Ринок на старті.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Категорія імпортується, але не потрапляє в мережі: 11 позицій із 84 — і всі це Ben's Original у «Сільпо».
2. Зростання 2025 року дає Болгарія: 44,8 → 78,3 т за рік, +75 %.
3. Формат, який реально працює на полиці, — пауч 220–250 г: медіана 109 грн за упаковку, найнижча в категорії.
4. Готового рису в Україні не виробляють: 100 % обсягу — імпорт.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Ben's Original — 13 позицій, єдиний бренд у мережі («Сільпо»).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6696" y="59618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25296" y="5907023"/>
            <a:ext cx="5138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Саморозігрів — найдорожча технологія: медіана 708 грн за упаковку.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9C2DA"/>
                </a:solidFill>
                <a:latin typeface="Segoe UI"/>
              </a:rPr>
              <a:t>Медіана готового рису для розігріву (30 позицій) — 73 грн за 100 г.
У мережі продається 11 позицій із 84. Решта 73 — лише онлайн: маркетплейси, азійські фудшопи, туристичні й військові магазини.
Країни: ЄС — 31 позиція, Китай — 24, Україна — 16, Корея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17 мереж на zakaz.ua, «Сільпо», Prom, MAUDAU, Rozetka, спеціалізовані магазини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у кожному форматі, скільки коштує одна упаковка і скільки в ній грамів.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1 · BEN'S 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13 позицій: пауч 220, 240 і 250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категорії і єдиний бренд, що дійшов до мережевої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2 · OTTOGI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чаша 217–320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із наповнювачем для мікрохвильовки. Продається у чотирьох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3 · HENAN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8 позицій: чаша 144 і 174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Найдешевша чаша на ринку.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4–8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Маркел, Gallina Blanca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По одній-дві позиції в кожного: різні країни, різні формати, різні канали.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9 · HAIDILAO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коробка 165–360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 —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10–13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Китайський саморозігрів і рис під окріп. Усі чотири бренди — в одному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14–17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 Німеччина, США, Нідерланди.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18–19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готова страва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20–23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Українські виробники рисових страв у дойпаку. Канал — туристичні й військові магазини.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