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6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688336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533143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постачальники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5207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45207" y="3749039"/>
            <a:ext cx="1533143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45207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8360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SKU у каталозі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24656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724656" y="3749039"/>
            <a:ext cx="1533143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724656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7808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сценарії доставки</a:t>
            </a:r>
          </a:p>
        </p:txBody>
      </p:sp>
      <p:sp>
        <p:nvSpPr>
          <p:cNvPr id="24" name="Rounded Rectangle 23"/>
          <p:cNvSpPr/>
          <p:nvPr/>
        </p:nvSpPr>
        <p:spPr>
          <a:xfrm rot="21060000">
            <a:off x="5436108" y="60350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 rot="21060000">
            <a:off x="5404104" y="55778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5495544" y="674315"/>
            <a:ext cx="987552" cy="124826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 rot="420000">
            <a:off x="6606540" y="39776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 rot="420000">
            <a:off x="6574536" y="35204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811821" y="443483"/>
            <a:ext cx="311813" cy="123444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 rot="600000">
            <a:off x="7438644" y="70408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 rot="600000">
            <a:off x="7406640" y="65836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498079" y="812848"/>
            <a:ext cx="1005840" cy="120894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 rot="360000">
            <a:off x="5207508" y="2551175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 rot="360000">
            <a:off x="5175504" y="2505456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zek_tempura_corn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266944" y="2603217"/>
            <a:ext cx="987552" cy="128580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 rot="21240000">
            <a:off x="6313932" y="2432303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 rot="21240000">
            <a:off x="6281928" y="2386584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mk_sw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6405266" y="2478024"/>
            <a:ext cx="996906" cy="129844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 rot="20940000">
            <a:off x="7584948" y="276148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 rot="20940000">
            <a:off x="7552944" y="271576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zek_topping_veg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940000">
            <a:off x="7652861" y="2807208"/>
            <a:ext cx="879157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946" y="1920240"/>
            <a:ext cx="2239346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Виробничий майданчик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ПОЗНАЧКИ ЯКОСТІ НА УПАКОВЦІ</a:t>
            </a:r>
          </a:p>
        </p:txBody>
      </p:sp>
      <p:pic>
        <p:nvPicPr>
          <p:cNvPr id="32" name="Picture 31" descr="tn_mark_glut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38912" cy="237744"/>
          </a:xfrm>
          <a:prstGeom prst="rect">
            <a:avLst/>
          </a:prstGeom>
        </p:spPr>
      </p:pic>
      <p:pic>
        <p:nvPicPr>
          <p:cNvPr id="33" name="Picture 32" descr="tn_mark_choleste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626864"/>
            <a:ext cx="690250" cy="237744"/>
          </a:xfrm>
          <a:prstGeom prst="rect">
            <a:avLst/>
          </a:prstGeom>
        </p:spPr>
      </p:pic>
      <p:pic>
        <p:nvPicPr>
          <p:cNvPr id="34" name="Picture 33" descr="tn_mark_organ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0682" y="4626864"/>
            <a:ext cx="551854" cy="237744"/>
          </a:xfrm>
          <a:prstGeom prst="rect">
            <a:avLst/>
          </a:prstGeom>
        </p:spPr>
      </p:pic>
      <p:pic>
        <p:nvPicPr>
          <p:cNvPr id="35" name="Picture 34" descr="tn_mark_g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5416" y="4626864"/>
            <a:ext cx="386250" cy="237744"/>
          </a:xfrm>
          <a:prstGeom prst="rect">
            <a:avLst/>
          </a:prstGeom>
        </p:spPr>
      </p:pic>
      <p:pic>
        <p:nvPicPr>
          <p:cNvPr id="36" name="Picture 35" descr="tn_mark_veg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547" y="4626864"/>
            <a:ext cx="569014" cy="2377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tmk_cert_g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220404" cy="237744"/>
          </a:xfrm>
          <a:prstGeom prst="rect">
            <a:avLst/>
          </a:prstGeom>
        </p:spPr>
      </p:pic>
      <p:pic>
        <p:nvPicPr>
          <p:cNvPr id="33" name="Picture 32" descr="tmk_cert_hac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044" y="4626864"/>
            <a:ext cx="220211" cy="237744"/>
          </a:xfrm>
          <a:prstGeom prst="rect">
            <a:avLst/>
          </a:prstGeom>
        </p:spPr>
      </p:pic>
      <p:pic>
        <p:nvPicPr>
          <p:cNvPr id="34" name="Picture 33" descr="tmk_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136" y="4626864"/>
            <a:ext cx="220400" cy="237744"/>
          </a:xfrm>
          <a:prstGeom prst="rect">
            <a:avLst/>
          </a:prstGeom>
        </p:spPr>
      </p:pic>
      <p:pic>
        <p:nvPicPr>
          <p:cNvPr id="35" name="Picture 34" descr="tmk_cert_iso22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5416" y="4626864"/>
            <a:ext cx="168218" cy="237744"/>
          </a:xfrm>
          <a:prstGeom prst="rect">
            <a:avLst/>
          </a:prstGeom>
        </p:spPr>
      </p:pic>
      <p:pic>
        <p:nvPicPr>
          <p:cNvPr id="36" name="Picture 35" descr="tmk_cert_fssc22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6515" y="4626864"/>
            <a:ext cx="158862" cy="237744"/>
          </a:xfrm>
          <a:prstGeom prst="rect">
            <a:avLst/>
          </a:prstGeom>
        </p:spPr>
      </p:pic>
      <p:pic>
        <p:nvPicPr>
          <p:cNvPr id="37" name="Picture 36" descr="tmk_cert_co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68258" y="4626864"/>
            <a:ext cx="16106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704" y="1225295"/>
            <a:ext cx="254070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308" y="1225295"/>
            <a:ext cx="258543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34455" y="658368"/>
            <a:ext cx="262432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769" y="1920240"/>
            <a:ext cx="2727701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Класична серія ZEK · власне паковання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