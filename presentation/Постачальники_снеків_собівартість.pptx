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78638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32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B5F15"/>
                </a:solidFill>
                <a:latin typeface="Cambria"/>
              </a:rPr>
              <a:t>SINGHA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B5F15"/>
                </a:solidFill>
                <a:latin typeface="Cambria"/>
              </a:rPr>
              <a:t>KAMEDA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Arare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AD3BD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місяців термін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придатності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3 626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540" y="1225295"/>
            <a:ext cx="79575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525" y="1225295"/>
            <a:ext cx="76346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1D5860"/>
                </a:solidFill>
                <a:latin typeface="Cambria"/>
              </a:rPr>
              <a:t>THAI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1D5860"/>
                </a:solidFill>
                <a:latin typeface="Cambria"/>
              </a:rPr>
              <a:t>NICHI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0D1D3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позицій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прайс-листі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1 013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20′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990" y="1225295"/>
            <a:ext cx="836858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792" y="1225295"/>
            <a:ext cx="826935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koki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859" y="1516888"/>
            <a:ext cx="1493520" cy="47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5DAC9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45–60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днів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виробництва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3 431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11656"/>
            <a:ext cx="822960" cy="83312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372616"/>
            <a:ext cx="548640" cy="711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372" y="1225295"/>
            <a:ext cx="621254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417" y="1225295"/>
            <a:ext cx="627405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HanJin Food Co.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9C8C1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продуктові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напрямки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2 370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