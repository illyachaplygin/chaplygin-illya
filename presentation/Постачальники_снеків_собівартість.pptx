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786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28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B5F15"/>
                </a:solidFill>
                <a:latin typeface="Cambria"/>
              </a:rPr>
              <a:t>SINGHA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B5F15"/>
                </a:solidFill>
                <a:latin typeface="Cambria"/>
              </a:rPr>
              <a:t>KAMEDA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Arare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AD3BD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місяців термін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придатності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B5F15"/>
                </a:solidFill>
                <a:latin typeface="Cambria"/>
              </a:rPr>
              <a:t>3 626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10" y="1243584"/>
            <a:ext cx="969379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678" y="1243584"/>
            <a:ext cx="930043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1D5860"/>
                </a:solidFill>
                <a:latin typeface="Cambria"/>
              </a:rPr>
              <a:t>THAI</a:t>
            </a:r>
          </a:p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1D5860"/>
                </a:solidFill>
                <a:latin typeface="Cambria"/>
              </a:rPr>
              <a:t>NICHI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0D1D3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позицій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прайс-листі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1 013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20′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76" y="1243584"/>
            <a:ext cx="1019446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46,53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$0,973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43,80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$1,453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65,39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21" y="1243584"/>
            <a:ext cx="1007357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58,17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54,75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81,74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koki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859" y="1516888"/>
            <a:ext cx="1493520" cy="47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5DAC9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45–60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днів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виробництва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3 431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71016"/>
            <a:ext cx="548640" cy="944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71016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71016"/>
            <a:ext cx="497840" cy="94488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26896"/>
            <a:ext cx="822960" cy="833120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427479"/>
            <a:ext cx="548640" cy="711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39,84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58,50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264920"/>
            <a:ext cx="640080" cy="10363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1270000"/>
            <a:ext cx="640080" cy="10261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005840"/>
            <a:ext cx="2880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52744" y="1298448"/>
            <a:ext cx="25877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4868" y="2450592"/>
            <a:ext cx="603504" cy="3200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52744" y="2633472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A938D"/>
                </a:solidFill>
                <a:latin typeface="Calibri"/>
              </a:rPr>
              <a:t>HanJin Food Co.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694176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9C8C1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89534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59536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86000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86000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79776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962656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продуктові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напрямки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950208"/>
            <a:ext cx="14813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2 370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279392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4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54" y="1225295"/>
            <a:ext cx="85105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18" y="1225295"/>
            <a:ext cx="856802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983" y="1225295"/>
            <a:ext cx="862552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929" y="1225295"/>
            <a:ext cx="84530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87" y="1225295"/>
            <a:ext cx="830865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28,51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30,71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46,81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989" y="1225295"/>
            <a:ext cx="814541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29,14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31,40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47,85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99" y="1225295"/>
            <a:ext cx="826560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472" y="1225295"/>
            <a:ext cx="825055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845" y="1225295"/>
            <a:ext cx="816549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37,60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40,51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61,75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606" y="1225295"/>
            <a:ext cx="770546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77,79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83,82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127,76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851" y="1225295"/>
            <a:ext cx="776297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85,60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130,48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971" y="1225295"/>
            <a:ext cx="776297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81,10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87,38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133,19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