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786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28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67004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365760" y="475488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B5F15"/>
                </a:solidFill>
                <a:latin typeface="Cambr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ПОСТАЧАЛЬНИК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7665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FFFFFF"/>
                </a:solidFill>
                <a:latin typeface="Calibri"/>
              </a:rPr>
              <a:t>ARARE NORIMAKI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14400"/>
            <a:ext cx="46634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(Thailand)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1952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EAD3BD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7665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5953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4241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22529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40817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59105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77393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95681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13969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2257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505456" y="2263140"/>
            <a:ext cx="91440" cy="27432"/>
          </a:xfrm>
          <a:prstGeom prst="rect">
            <a:avLst/>
          </a:prstGeom>
          <a:solidFill>
            <a:srgbClr val="D5A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670048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43230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Bangkok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243230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Україна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1476979"/>
            <a:ext cx="1755648" cy="1924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464" y="1636491"/>
            <a:ext cx="1270000" cy="160528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022592" y="1476979"/>
            <a:ext cx="1755648" cy="1924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1595851"/>
            <a:ext cx="1280160" cy="1686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20640" y="3529299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8A938D"/>
                </a:solidFill>
                <a:latin typeface="Calibri"/>
              </a:rPr>
              <a:t>2 позиції із розрахованою собівартістю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8039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ВИРОБНИЦТВО І УМОВИ ПОСТАВКИ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576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Фасовка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24 шт / картон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74320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Термін придатності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12 місяців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576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20′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1 485 картонів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74320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40′HC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3 626 картонів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Arare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459736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10" y="1243584"/>
            <a:ext cx="969379" cy="1225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78224"/>
            <a:ext cx="1012697" cy="7315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4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387602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7602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7602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58,40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0300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400300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0300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57,66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12998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12998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2998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81,28 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718303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718303" y="2459736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678" y="1243584"/>
            <a:ext cx="930043" cy="12252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83479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18303" y="4078224"/>
            <a:ext cx="1012697" cy="7315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718303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3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3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1001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31001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731001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1001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1001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58,40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43699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743699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43699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3699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3699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57,66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6397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756397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56397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397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397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81,28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«SINGHA KAMEDA - Retail».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67004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365760" y="475488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D586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ПОСТАЧАЛЬНИК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7665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FFFFFF"/>
                </a:solidFill>
                <a:latin typeface="Calibri"/>
              </a:rPr>
              <a:t>MIZUHO · NORIMAKI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14400"/>
            <a:ext cx="46634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Thai-Nichi</a:t>
            </a:r>
          </a:p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Industries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1952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C0D1D3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7665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5953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4241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22529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40817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59105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77393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95681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13969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2257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505456" y="2263140"/>
            <a:ext cx="91440" cy="27432"/>
          </a:xfrm>
          <a:prstGeom prst="rect">
            <a:avLst/>
          </a:prstGeom>
          <a:solidFill>
            <a:srgbClr val="83A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670048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43230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Bangkok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243230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Україна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1350359"/>
            <a:ext cx="1755648" cy="21285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4" y="1480441"/>
            <a:ext cx="1554480" cy="1868365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022592" y="1350359"/>
            <a:ext cx="1755648" cy="21285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176" y="1469231"/>
            <a:ext cx="1554480" cy="189078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20640" y="3606905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8A938D"/>
                </a:solidFill>
                <a:latin typeface="Calibri"/>
              </a:rPr>
              <a:t>2 позиції із розрахованою собівартістю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8039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ВИРОБНИЦТВО І УМОВИ ПОСТАВКИ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576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Фасовка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12 – 96 шт / картон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74320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Термін придатності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8 – 12 місяців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576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20′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1 013 картонів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74320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MOQ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від 300 картонів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Mizuho ·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459736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76" y="1243584"/>
            <a:ext cx="1019446" cy="1225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78224"/>
            <a:ext cx="1012697" cy="7315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4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387602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7602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7602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46,53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0300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400300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$0,973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0300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43,80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12998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12998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$1,453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2998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65,39 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718303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718303" y="2459736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021" y="1243584"/>
            <a:ext cx="1007357" cy="12252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83479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18303" y="4078224"/>
            <a:ext cx="1012697" cy="7315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718303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3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3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1001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31001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731001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1001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1001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58,17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43699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743699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43699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3699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3699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54,75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6397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756397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56397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397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397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81,74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«Thai-Nichi - Retail».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67004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365760" y="475488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E763C"/>
                </a:solidFill>
                <a:latin typeface="Cambria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ПОСТАЧАЛЬНИК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7665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FFFFFF"/>
                </a:solidFill>
                <a:latin typeface="Calibri"/>
              </a:rPr>
              <a:t>KOKIRI WOW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14400"/>
            <a:ext cx="46634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1952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C5DAC9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7665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5953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4241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22529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40817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59105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77393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95681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13969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2257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505456" y="2263140"/>
            <a:ext cx="91440" cy="27432"/>
          </a:xfrm>
          <a:prstGeom prst="rect">
            <a:avLst/>
          </a:prstGeom>
          <a:solidFill>
            <a:srgbClr val="8DB6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670048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43230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Bangkok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243230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Україна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1936821"/>
            <a:ext cx="1755648" cy="1182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055693"/>
            <a:ext cx="548640" cy="94488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022592" y="1936821"/>
            <a:ext cx="1755648" cy="1182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mk_db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2111573"/>
            <a:ext cx="822960" cy="8331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20640" y="3247461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8A938D"/>
                </a:solidFill>
                <a:latin typeface="Calibri"/>
              </a:rPr>
              <a:t>10 позицій із розрахованою собівартістю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8039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ВИРОБНИЦТВО І УМОВИ ПОСТАВКИ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576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Термін виробництва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45 – 60 днів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74320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Оплата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50% депозит + 50% до ETD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576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20′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425 – 1 499 картонів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74320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40′HQ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959 – 3 431 картонів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71016"/>
            <a:ext cx="548640" cy="944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71016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71016"/>
            <a:ext cx="497840" cy="94488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26896"/>
            <a:ext cx="822960" cy="833120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18,92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27,78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18,92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27,78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38,97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57,22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38,97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57,22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427479"/>
            <a:ext cx="548640" cy="711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39,84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58,50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264920"/>
            <a:ext cx="640080" cy="10363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38,71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56,84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80" y="1270000"/>
            <a:ext cx="640080" cy="10261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38,71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$1,263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56,84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67004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365760" y="475488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65760" y="4754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A3922"/>
                </a:solidFill>
                <a:latin typeface="Cambria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ПОСТАЧАЛЬНИК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7665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FFFFFF"/>
                </a:solidFill>
                <a:latin typeface="Calibri"/>
              </a:rPr>
              <a:t>ZEK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14400"/>
            <a:ext cx="466344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бренд ZEK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1952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E9C8C1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7665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5953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04241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22529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40817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59105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77393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95681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13969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2257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505456" y="2263140"/>
            <a:ext cx="91440" cy="27432"/>
          </a:xfrm>
          <a:prstGeom prst="rect">
            <a:avLst/>
          </a:prstGeom>
          <a:solidFill>
            <a:srgbClr val="D593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670048" y="22128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432304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243230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Україна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1300601"/>
            <a:ext cx="1755648" cy="2208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1544" y="1419473"/>
            <a:ext cx="1513840" cy="197104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7022592" y="1300601"/>
            <a:ext cx="1755648" cy="2208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056" y="1429633"/>
            <a:ext cx="1442720" cy="1950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20640" y="3637401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8A938D"/>
                </a:solidFill>
                <a:latin typeface="Calibri"/>
              </a:rPr>
              <a:t>14 позицій із розрахованою собівартістю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8039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ВИРОБНИЦТВО І УМОВИ ПОСТАВКИ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576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Фасовка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8 – 36 шт / картон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4023360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743200" y="4078224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Термін придатності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20624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9 – 12 місяців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576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20′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350 – 4 000 картонів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4425696"/>
            <a:ext cx="219456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743200" y="4480560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Місткість 40′HQ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60857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500 – 2 370 картонів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054" y="1225295"/>
            <a:ext cx="851051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18" y="1225295"/>
            <a:ext cx="856802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983" y="1225295"/>
            <a:ext cx="862552" cy="1115568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929" y="1225295"/>
            <a:ext cx="845301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987" y="1225295"/>
            <a:ext cx="830865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28,51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30,71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$1,040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46,81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989" y="1225295"/>
            <a:ext cx="814541" cy="1115568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29,14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$0,682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31,40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$1,040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47,85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99" y="1225295"/>
            <a:ext cx="826560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36,78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39,63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60,41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472" y="1225295"/>
            <a:ext cx="825055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36,78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39,63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60,41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845" y="1225295"/>
            <a:ext cx="816549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37,60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40,51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61,75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606" y="1225295"/>
            <a:ext cx="770546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77,79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83,82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127,76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851" y="1225295"/>
            <a:ext cx="776297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79,45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85,60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130,48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971" y="1225295"/>
            <a:ext cx="776297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81,10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87,38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133,19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