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КАТАЛОГ ПОСТАЧАЛЬНИКІВ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A24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32304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670048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Продукти п’яти постачальників, короткі описи та собівартість одиниці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384A44"/>
                </a:solidFill>
                <a:latin typeface="Calibri"/>
              </a:rPr>
              <a:t>товару в доларах і гривні — за всіма сценаріями доставки.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30" y="3621024"/>
            <a:ext cx="774250" cy="1005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084831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525" y="3621024"/>
            <a:ext cx="794805" cy="1005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803904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01" y="3621024"/>
            <a:ext cx="841397" cy="1005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522976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630" y="3621024"/>
            <a:ext cx="550882" cy="10058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242048" y="3529584"/>
            <a:ext cx="1536192" cy="11887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6722" y="3621024"/>
            <a:ext cx="746843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7315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7C8B86"/>
                </a:solidFill>
                <a:latin typeface="Calibri"/>
              </a:rPr>
              <a:t>5 постачальників · 28 SKU · 4 сценарії доставки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01 · ARARE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(Thailand)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584655"/>
            <a:ext cx="1572767" cy="22805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1914879"/>
            <a:ext cx="1280159" cy="162006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584655"/>
            <a:ext cx="1572767" cy="22805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881431"/>
            <a:ext cx="1280159" cy="168696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4069079" cy="14173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029" y="1225295"/>
            <a:ext cx="946541" cy="1197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709159" y="1115568"/>
            <a:ext cx="4069079" cy="14173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197" y="1225295"/>
            <a:ext cx="909005" cy="119786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Arare 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$1,281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57,66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81,28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02 · MIZUHO · NORIMAKI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Thai-Nichi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Industries 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1584655"/>
            <a:ext cx="1572767" cy="22805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1959734"/>
            <a:ext cx="1280159" cy="153035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1584655"/>
            <a:ext cx="1572767" cy="2280513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1950910"/>
            <a:ext cx="1280159" cy="154800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4069079" cy="14173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286" y="1225295"/>
            <a:ext cx="1002027" cy="1197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4904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7602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7602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7602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$1,034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46,53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00300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00300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00300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$0,973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43,80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12998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12998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$1,453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65,39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115568"/>
            <a:ext cx="4069079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709159" y="1115568"/>
            <a:ext cx="4069079" cy="14173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397" y="1225295"/>
            <a:ext cx="990604" cy="119786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267004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79" y="2852928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2A24"/>
                </a:solidFill>
                <a:latin typeface="Cambria"/>
              </a:rPr>
              <a:t>Norimaki Wasabi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3291839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384A44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3803904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18303" y="3968496"/>
            <a:ext cx="1012697" cy="731520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18303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8303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3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31001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731001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31001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31001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1001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58,17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43699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743699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743699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699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$1,217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3699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54,75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56397" y="3968496"/>
            <a:ext cx="1012697" cy="73152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756397" y="4078224"/>
            <a:ext cx="9144" cy="51206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56397" y="4059935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6397" y="4233672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2A24"/>
                </a:solidFill>
                <a:latin typeface="Cambria"/>
              </a:rPr>
              <a:t>$1,817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6397" y="4498848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384A44"/>
                </a:solidFill>
                <a:latin typeface="Calibri"/>
              </a:rPr>
              <a:t>81,74 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03 · KOKIRI WOW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Co., Ltd.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Bangkok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054" y="859536"/>
            <a:ext cx="911459" cy="166420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987" y="859536"/>
            <a:ext cx="947736" cy="16642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7054" y="2926080"/>
            <a:ext cx="911459" cy="1664208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7175" y="2926080"/>
            <a:ext cx="1029360" cy="16642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258" y="1207008"/>
            <a:ext cx="600962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1460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139" y="1207008"/>
            <a:ext cx="624881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66090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466344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938" y="1207008"/>
            <a:ext cx="600962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80974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2,5 Г · ПАКЕТИК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 Squid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10,72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$0,235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10,59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$0,345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15,55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681228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5910" y="1207008"/>
            <a:ext cx="678699" cy="109728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95858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55" y="1207008"/>
            <a:ext cx="693648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 Г · ПАКЕТИК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19,15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$0,420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18,92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27,78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23088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7620" y="1207008"/>
            <a:ext cx="808758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37718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9600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32" y="1207008"/>
            <a:ext cx="774374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4230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39,45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38,97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57,22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723" y="1207008"/>
            <a:ext cx="792313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Squid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40,33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39,84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58,50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23088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397" y="1207008"/>
            <a:ext cx="677204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37718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9600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952" y="1207008"/>
            <a:ext cx="638335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4230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Hot Spicy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39,18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38,71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$1,263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56,84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076B4A"/>
                </a:solidFill>
                <a:latin typeface="Calibri"/>
              </a:rPr>
              <a:t>ПОСТАЧАЛЬНИК 04 · ZEK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75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E2A24"/>
                </a:solidFill>
                <a:latin typeface="Cambria"/>
              </a:rPr>
              <a:t>бренд ZEK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31136"/>
            <a:ext cx="1005840" cy="41148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65760" y="2468880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384A44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712463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" y="3767327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Країна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7673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Китай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59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5760" y="4078223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Умови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78223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FOB Qingdao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34255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4389119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7C8B86"/>
                </a:solidFill>
                <a:latin typeface="Calibri"/>
              </a:rPr>
              <a:t>Позицій із собівартістю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1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E2A24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45151"/>
            <a:ext cx="470916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0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860102"/>
            <a:ext cx="1280159" cy="166307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205472" y="731520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740" y="859536"/>
            <a:ext cx="1274230" cy="16642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0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926646"/>
            <a:ext cx="1280159" cy="1663075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205472" y="2798064"/>
            <a:ext cx="1572767" cy="19202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5" y="2932492"/>
            <a:ext cx="1280159" cy="1651383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21" y="1207008"/>
            <a:ext cx="844636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1460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7504" y="1207008"/>
            <a:ext cx="840151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66090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466344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4101" y="1207008"/>
            <a:ext cx="844636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80974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Crawfish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39,54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$0,947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42,60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64,94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681228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951" y="1207008"/>
            <a:ext cx="850616" cy="109728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95858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Corn · 50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21" y="1207008"/>
            <a:ext cx="844636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Wasabi · 50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95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295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295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95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1460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494" y="1207008"/>
            <a:ext cx="834171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66090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6090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Mala · 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66090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0098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79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0098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3179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59,77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6090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098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$1,431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179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64,40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6090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0098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$2,181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79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98,16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466344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808" y="1207008"/>
            <a:ext cx="819222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480974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Meat Floss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0974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80974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4982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063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0974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4982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63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28,51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80974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8063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30,71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4982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8063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46,81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12280" y="1115568"/>
            <a:ext cx="196596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6812280" y="1115568"/>
            <a:ext cx="196596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3123" y="1207008"/>
            <a:ext cx="804273" cy="109728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958584" y="25237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58584" y="2706624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58584" y="3163824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958584" y="4005072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98664" y="4005072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29473" y="4005072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958584" y="4169663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98664" y="4169663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29473" y="4169663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29,14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58584" y="4334256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98664" y="4334256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$0,682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29473" y="4334256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31,40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58584" y="4498848"/>
            <a:ext cx="78638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98664" y="4498848"/>
            <a:ext cx="53080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29473" y="4498848"/>
            <a:ext cx="5024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47,85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63" y="1207008"/>
            <a:ext cx="816232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Floss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23088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631" y="1207008"/>
            <a:ext cx="814737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37718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36,78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39,63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60,41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9600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235" y="1207008"/>
            <a:ext cx="805768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4230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37,60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$0,881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40,51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$1,342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61,75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419" y="1207008"/>
            <a:ext cx="76092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6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Vegetables · 70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65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286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65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286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77,79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65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286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83,82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1206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865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286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127,76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3088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23088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549" y="1207008"/>
            <a:ext cx="766900" cy="10972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37718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718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Sesame · 70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7718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7718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377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798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0377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798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79,45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7718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0377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798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85,60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7718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377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798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130,48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1115568"/>
            <a:ext cx="2682240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96000" y="1115568"/>
            <a:ext cx="2682240" cy="12801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3669" y="1207008"/>
            <a:ext cx="766900" cy="109728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242304" y="25237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076B4A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2304" y="2706624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2A24"/>
                </a:solidFill>
                <a:latin typeface="Cambria"/>
              </a:rPr>
              <a:t>Chicken · 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2304" y="3163824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7C8B86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42304" y="4005072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68896" y="400507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3100" y="4005072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2304" y="4169663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68896" y="4169663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$1,655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93100" y="4169663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81,10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6242304" y="4334256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68896" y="4334256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$1,783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3100" y="4334256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87,38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98848"/>
            <a:ext cx="1072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C8B86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68896" y="449884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$2,718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93100" y="4498848"/>
            <a:ext cx="73883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384A44"/>
                </a:solidFill>
                <a:latin typeface="Calibri"/>
              </a:rPr>
              <a:t>133,19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076B4A"/>
                </a:solidFill>
                <a:latin typeface="Calibri"/>
              </a:rPr>
              <a:t>NATURE BEST FOOD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24"/>
                </a:solidFill>
                <a:latin typeface="Cambria"/>
              </a:rPr>
              <a:t>KoriKo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B86"/>
                </a:solidFill>
                <a:latin typeface="Calibri"/>
              </a:rPr>
              <a:t>KoriKo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65760" y="1115568"/>
            <a:ext cx="8412480" cy="402336"/>
          </a:xfrm>
          <a:prstGeom prst="rect">
            <a:avLst/>
          </a:prstGeom>
          <a:solidFill>
            <a:srgbClr val="EA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41148" cy="402336"/>
          </a:xfrm>
          <a:prstGeom prst="rect">
            <a:avLst/>
          </a:prstGeom>
          <a:solidFill>
            <a:srgbClr val="0B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115568"/>
            <a:ext cx="80101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076B4A"/>
                </a:solidFill>
                <a:latin typeface="Calibri"/>
              </a:rPr>
              <a:t>Вкладка «Koriko» у файлі Self Cost порожня — собівартість ще не розрахована. Нижче асортимент і ціни FOB як основа для розрахунку.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00784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65760" y="1700784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kk_chew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4826"/>
            <a:ext cx="877824" cy="1138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91056" y="1883664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KoriKo Chewy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1056" y="2359152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4,5 г × 12 пакетів / постер · 12 постерів у картоні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91056" y="2761488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91056" y="2816352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$1,15 / постер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3552" y="1700784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273552" y="1700784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kk_chewy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1838727"/>
            <a:ext cx="877824" cy="115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98848" y="1883664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KoriKo Chewy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Hot &amp; Spicy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59152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4,5 г × 12 пакетів / постер · 12 постерів у картоні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761488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98848" y="2816352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$1,15 / постер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1344" y="1700784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81344" y="1700784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kk_big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1835629"/>
            <a:ext cx="877824" cy="115677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06640" y="1883664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Big Sheet 50 г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Original / Squid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359152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5 г × 10 пакетів · 12 наборів у картоні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2761488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06640" y="2816352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$1,30 / набір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273552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65760" y="3273552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kk_ro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38" y="3383280"/>
            <a:ext cx="664347" cy="12070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91056" y="3456432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Roll Seaweed 36 г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Original /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1056" y="3931920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10 рулетів у коробці · 12 коробок у картоні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91056" y="4334256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591056" y="4389120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$1,20 / коробка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73552" y="3273552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273552" y="3273552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kk_sandwi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992" y="3671652"/>
            <a:ext cx="877824" cy="630263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498848" y="3456432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5 смаків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8848" y="3931920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Original, Kimchi, Wasabi… · 24 пакети в картоні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98848" y="4334256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98848" y="4389120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$1,03 / пакет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1344" y="3273552"/>
            <a:ext cx="272491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181344" y="3273552"/>
            <a:ext cx="1060704" cy="1426464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kk_fizz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9388" y="3383280"/>
            <a:ext cx="644614" cy="12070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406640" y="3456432"/>
            <a:ext cx="133502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Fizze Sheet 72 г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0E2A24"/>
                </a:solidFill>
                <a:latin typeface="Cambria"/>
              </a:rPr>
              <a:t>3 смаки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3931920"/>
            <a:ext cx="1335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384A44"/>
                </a:solidFill>
                <a:latin typeface="Calibri"/>
              </a:rPr>
              <a:t>6 пакетів у коробці · 8 коробок у картоні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4334256"/>
            <a:ext cx="1335024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406640" y="4389120"/>
            <a:ext cx="133502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4A"/>
                </a:solidFill>
                <a:latin typeface="Cambria"/>
              </a:rPr>
              <a:t>$1,30 / коробка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1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7C8B86"/>
                </a:solidFill>
                <a:latin typeface="Calibri"/>
              </a:rPr>
              <a:t>Джерело: Snacks. Price Comparison.xlsx, вкладка «Nature Best Food Co., Ltd».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7C8B8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