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5.pn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2286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2286000" y="0"/>
            <a:ext cx="2286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4572000" y="0"/>
            <a:ext cx="2286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0" y="0"/>
            <a:ext cx="2286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78992"/>
            <a:ext cx="7680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8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63347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852928"/>
            <a:ext cx="6035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59" y="786384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 i="0">
                <a:solidFill>
                  <a:srgbClr val="8A938D"/>
                </a:solidFill>
                <a:latin typeface="Calibri"/>
              </a:rPr>
              <a:t>4 постачальники · 32 SKU · 4 сценарії доставки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546" y="3730752"/>
            <a:ext cx="800618" cy="104241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2084831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sk_orig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579" y="3584448"/>
            <a:ext cx="824696" cy="1042415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3803904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8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tn_orig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8354" y="3730752"/>
            <a:ext cx="867290" cy="1042415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522976" y="3493008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EA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tmk_rol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6752" y="3633216"/>
            <a:ext cx="548640" cy="944880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7242048" y="3639312"/>
            <a:ext cx="1536192" cy="1225296"/>
          </a:xfrm>
          <a:prstGeom prst="roundRect">
            <a:avLst>
              <a:gd name="adj" fmla="val 6000"/>
            </a:avLst>
          </a:prstGeom>
          <a:solidFill>
            <a:srgbClr val="F7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zek_topping_veg3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4667" y="3730752"/>
            <a:ext cx="770953" cy="10424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97" y="1920240"/>
            <a:ext cx="163404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Виробнича лінія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місяців термін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придатності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3 626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40′HC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8540" y="1225295"/>
            <a:ext cx="79575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 На фото — роздрібна фасовка.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525" y="1225295"/>
            <a:ext cx="76346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 На фото — роздрібна фасовка.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позицій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прайс-листі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1 013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20′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7990" y="1225295"/>
            <a:ext cx="836858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 На фото — роздрібна фасовка.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1792" y="1225295"/>
            <a:ext cx="826935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 На фото — роздрібна фасовка.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225296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kokir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859" y="1718056"/>
            <a:ext cx="1493520" cy="47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806440" y="283464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5E4D8"/>
                </a:solidFill>
                <a:latin typeface="Calibri"/>
              </a:rPr>
              <a:t>KOKIRI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3749039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950207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Тайський виробник снеків із водоростей під брендом KOKIRI Wow. Найнижча собівартість одиниці в каталозі — за рахунок мінімальної фасовки та дитячого позиціонування.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45–60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днів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виробництва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2E763C"/>
                </a:solidFill>
                <a:latin typeface="Cambria"/>
              </a:rPr>
              <a:t>3 431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55775"/>
            <a:ext cx="548640" cy="944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55775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1311656"/>
            <a:ext cx="822960" cy="83312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5080" y="1271016"/>
            <a:ext cx="863600" cy="8432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2760" y="1337055"/>
            <a:ext cx="538480" cy="71120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13588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14172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7880" y="1331976"/>
            <a:ext cx="538480" cy="72136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379472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379472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580639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037839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KOKIRI Wow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560" y="1372616"/>
            <a:ext cx="548640" cy="7112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1372" y="1225295"/>
            <a:ext cx="621254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417" y="1225295"/>
            <a:ext cx="627405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1225296"/>
            <a:ext cx="288036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934455" y="1316736"/>
            <a:ext cx="2624328" cy="1280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2834640"/>
            <a:ext cx="2880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F0D8D3"/>
                </a:solidFill>
                <a:latin typeface="Calibri"/>
              </a:rPr>
              <a:t>HanJin Food Co.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3749039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49240" y="3950207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Food Co. Ltd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бренд ZEK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Найбільший за глибиною розрахунку постачальник: 14 позицій у трьох напрямках — темпура, сендвіч і присипка з норі. Єдиний постачальник з відвантаженням із Циндао.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SKU із розрахованою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собівартістю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продуктові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напрямки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AA3922"/>
                </a:solidFill>
                <a:latin typeface="Cambria"/>
              </a:rPr>
              <a:t>2 370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картонів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у 40′HQ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ZEK — снеки з водорості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