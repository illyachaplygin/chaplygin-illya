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6.png"/><Relationship Id="rId4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60704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87168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688336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3749039"/>
            <a:ext cx="1533143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постачальники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5207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045207" y="3749039"/>
            <a:ext cx="1533143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45207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8360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SKU у каталозі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24656" y="3749039"/>
            <a:ext cx="1533143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724656" y="3749039"/>
            <a:ext cx="1533143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724656" y="3895344"/>
            <a:ext cx="153314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7808" y="4224527"/>
            <a:ext cx="1386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80" b="0" i="0">
                <a:solidFill>
                  <a:srgbClr val="8A938D"/>
                </a:solidFill>
                <a:latin typeface="Calibri"/>
              </a:rPr>
              <a:t>сценарії доставки</a:t>
            </a:r>
          </a:p>
        </p:txBody>
      </p:sp>
      <p:sp>
        <p:nvSpPr>
          <p:cNvPr id="24" name="Rounded Rectangle 23"/>
          <p:cNvSpPr/>
          <p:nvPr/>
        </p:nvSpPr>
        <p:spPr>
          <a:xfrm rot="21060000">
            <a:off x="5436108" y="60350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 rot="21060000">
            <a:off x="5404104" y="557783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060000">
            <a:off x="5495544" y="674315"/>
            <a:ext cx="987552" cy="124826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 rot="420000">
            <a:off x="6606540" y="39776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 rot="420000">
            <a:off x="6574536" y="352043"/>
            <a:ext cx="786384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tmk_rol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763350" y="443483"/>
            <a:ext cx="408754" cy="123444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 rot="600000">
            <a:off x="7438644" y="70408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 rot="600000">
            <a:off x="7406640" y="658368"/>
            <a:ext cx="1188720" cy="15179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7498079" y="812848"/>
            <a:ext cx="1005840" cy="120894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 rot="360000">
            <a:off x="5207508" y="2551175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 rot="360000">
            <a:off x="5175504" y="2505456"/>
            <a:ext cx="1170432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zek_tempura_corn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5266944" y="2603217"/>
            <a:ext cx="987552" cy="1285805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 rot="21240000">
            <a:off x="6313932" y="2432303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 rot="21240000">
            <a:off x="6281928" y="2386584"/>
            <a:ext cx="1243584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tmk_sw_ori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40000">
            <a:off x="6405266" y="2478024"/>
            <a:ext cx="996906" cy="129844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 rot="20940000">
            <a:off x="7584948" y="276148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CCA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 rot="20940000">
            <a:off x="7552944" y="2715768"/>
            <a:ext cx="107899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zek_topping_veg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940000">
            <a:off x="7652861" y="2807208"/>
            <a:ext cx="879157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946" y="1920240"/>
            <a:ext cx="2239346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Виробничий майданчик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466636" y="530352"/>
            <a:ext cx="2311603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66636" y="530352"/>
            <a:ext cx="23116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рітейл-фасовку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54,65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56,49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58,82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61,16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54,65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56,49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58,82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61,16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рітейл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830214" y="530352"/>
            <a:ext cx="2948025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830214" y="530352"/>
            <a:ext cx="294802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рітейл-фасовку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$1,117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50,26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51,58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53,90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$1,117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50,26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51,58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$1,198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53,90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746" y="1662379"/>
            <a:ext cx="334218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$52,217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2349,75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$53,588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2411,48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$54,577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2455,95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$55,996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2519,84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67" y="1662379"/>
            <a:ext cx="320656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$52,217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2349,75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$53,588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2411,48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$54,577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2455,95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$55,996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2519,84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ПОЗНАЧКИ ЯКОСТІ НА УПАКОВЦІ</a:t>
            </a:r>
          </a:p>
        </p:txBody>
      </p:sp>
      <p:pic>
        <p:nvPicPr>
          <p:cNvPr id="32" name="Picture 31" descr="tn_mark_glut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38912" cy="237744"/>
          </a:xfrm>
          <a:prstGeom prst="rect">
            <a:avLst/>
          </a:prstGeom>
        </p:spPr>
      </p:pic>
      <p:pic>
        <p:nvPicPr>
          <p:cNvPr id="33" name="Picture 32" descr="tn_mark_cholester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626864"/>
            <a:ext cx="690250" cy="237744"/>
          </a:xfrm>
          <a:prstGeom prst="rect">
            <a:avLst/>
          </a:prstGeom>
        </p:spPr>
      </p:pic>
      <p:pic>
        <p:nvPicPr>
          <p:cNvPr id="34" name="Picture 33" descr="tn_mark_organ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0682" y="4626864"/>
            <a:ext cx="551854" cy="237744"/>
          </a:xfrm>
          <a:prstGeom prst="rect">
            <a:avLst/>
          </a:prstGeom>
        </p:spPr>
      </p:pic>
      <p:pic>
        <p:nvPicPr>
          <p:cNvPr id="35" name="Picture 34" descr="tn_mark_g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5416" y="4626864"/>
            <a:ext cx="386250" cy="237744"/>
          </a:xfrm>
          <a:prstGeom prst="rect">
            <a:avLst/>
          </a:prstGeom>
        </p:spPr>
      </p:pic>
      <p:pic>
        <p:nvPicPr>
          <p:cNvPr id="36" name="Picture 35" descr="tn_mark_veg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4547" y="4626864"/>
            <a:ext cx="569014" cy="2377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466636" y="530352"/>
            <a:ext cx="2311603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66636" y="530352"/>
            <a:ext cx="231160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рітейл-фасовку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42,49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43,94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48,94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52,46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$1,142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51,39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54,92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61,17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65,58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рітейл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724144" y="530352"/>
            <a:ext cx="3054096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724144" y="530352"/>
            <a:ext cx="30540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рітейл-фасовку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$0,895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40,27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42,61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44,15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$1,119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50,34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$1,155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51,98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53,27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55,19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15" y="1662379"/>
            <a:ext cx="351480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50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$29,008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1305,37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$30,190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1358,54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1391,99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$32,052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1442,35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039" y="1662379"/>
            <a:ext cx="347312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55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$35,533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1598,99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$36,967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1663,52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$37,877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1704,48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$39,248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1766,14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Виробляє снеки з водорості, яку завозить із Кореї, і має фабрики в Кореї та Таїланді. Працює як OEM для інших брендів у 13+ країнах. «Кокірі» — «слон» корейською, символ довіри в Таїланді.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474720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474720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602736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3877056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6110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tmk_cert_g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83" y="4462272"/>
            <a:ext cx="372992" cy="40233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65760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GMP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9096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cert_hacc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3282" y="4462272"/>
            <a:ext cx="372666" cy="40233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49096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HACCP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32432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tmk_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6459" y="4462272"/>
            <a:ext cx="372985" cy="40233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932432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Halal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15768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tmk_cert_iso22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3949" y="4462272"/>
            <a:ext cx="284677" cy="4023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715768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ISO 22000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9103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tmk_cert_fssc22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201" y="4462272"/>
            <a:ext cx="268844" cy="40233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99103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FSSC 22000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2440" y="4434840"/>
            <a:ext cx="7010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tmk_cert_co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6674" y="4462272"/>
            <a:ext cx="272570" cy="40233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282440" y="4905756"/>
            <a:ext cx="701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" b="0" i="0">
                <a:solidFill>
                  <a:srgbClr val="8A938D"/>
                </a:solidFill>
                <a:latin typeface="Calibri"/>
              </a:rPr>
              <a:t>CODEX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ROLL та Wow DOUBLE ROLL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210" y="1225295"/>
            <a:ext cx="3330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$0,203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9,12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11,51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150" y="1225295"/>
            <a:ext cx="344859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$0,203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9,12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10,19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11,51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2134" y="1225295"/>
            <a:ext cx="50857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$0,203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9,12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$0,256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11,51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2045" y="1225295"/>
            <a:ext cx="56642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$0,364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16,37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18,22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19,21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$0,457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20,56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DOUBLE ROLL та Wow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65" y="1225295"/>
            <a:ext cx="56642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16,37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18,22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19,21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20,56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874" y="1225295"/>
            <a:ext cx="7722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$0,743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33,43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39,57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42,35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295" y="1225295"/>
            <a:ext cx="77764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33,43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37,52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39,57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42,35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SEAWEED та Wow 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836" y="1225295"/>
            <a:ext cx="756087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34,18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38,35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40,45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43,29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974" y="1225295"/>
            <a:ext cx="19000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33,67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37,27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39,31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42,07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094" y="1225295"/>
            <a:ext cx="190005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33,67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39,31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$0,935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42,07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5463540" y="-155447"/>
            <a:ext cx="3566160" cy="3566160"/>
          </a:xfrm>
          <a:prstGeom prst="ellipse">
            <a:avLst/>
          </a:prstGeom>
          <a:noFill/>
          <a:ln w="17780">
            <a:solidFill>
              <a:srgbClr val="F3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 rot="21360000">
            <a:off x="5902452" y="310896"/>
            <a:ext cx="2761488" cy="1517904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 rot="21360000">
            <a:off x="5870448" y="265176"/>
            <a:ext cx="2761488" cy="15179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6006678" y="356616"/>
            <a:ext cx="2489027" cy="13350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 rot="21120000">
            <a:off x="5673852" y="1655064"/>
            <a:ext cx="1335024" cy="1755648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 rot="21120000">
            <a:off x="5641848" y="1609344"/>
            <a:ext cx="1335024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5733288" y="1737114"/>
            <a:ext cx="1152144" cy="150010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 rot="480000">
            <a:off x="7557516" y="1773935"/>
            <a:ext cx="1280160" cy="1700784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 rot="480000">
            <a:off x="7525512" y="1728215"/>
            <a:ext cx="1280160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zek_topping_veg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7616952" y="1836784"/>
            <a:ext cx="1097280" cy="14836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81927" y="3621024"/>
            <a:ext cx="1929384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9943" y="3712463"/>
            <a:ext cx="167335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4261104"/>
            <a:ext cx="2880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 i="1">
                <a:solidFill>
                  <a:srgbClr val="F1DCD7"/>
                </a:solidFill>
                <a:latin typeface="Calibri"/>
              </a:rPr>
              <a:t>Асортимент ZEK · власне паковання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480560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681728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(Shanghai)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ZEK — «Zesty Especial Kingdom», власний бренд Hanjin Food. Компанія заснована 2002 року у Вейхаї, головний офіс із 2014-го — у Шанхаї. Партнери групи — тайська Singha Group і корейська SPC Group.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33,90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36,20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33,90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36,20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33,90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36,20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51,25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54,72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 та Sandwich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$1,139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51,25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54,72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$1,139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51,25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54,72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$0,543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24,44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$0,543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24,98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26,10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148425" y="530352"/>
            <a:ext cx="2629814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48425" y="530352"/>
            <a:ext cx="262981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$1,419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$1,419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$1,419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