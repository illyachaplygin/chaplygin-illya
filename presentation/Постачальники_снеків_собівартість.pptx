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КАТАЛОГ ПОСТАЧАЛЬНИКІВ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A24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A24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432304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670048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384A44"/>
                </a:solidFill>
                <a:latin typeface="Calibri"/>
              </a:rPr>
              <a:t>Продукти чотирьох постачальників, короткі описи та собівартість одиниці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384A44"/>
                </a:solidFill>
                <a:latin typeface="Calibri"/>
              </a:rPr>
              <a:t>товару в доларах і гривні — за всіма сценаріями доставки.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92" y="3621024"/>
            <a:ext cx="772526" cy="1005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084831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048" y="3621024"/>
            <a:ext cx="795759" cy="10058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803904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3570" y="3621024"/>
            <a:ext cx="836858" cy="1005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522976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46424"/>
            <a:ext cx="548640" cy="955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242048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8192" y="3621024"/>
            <a:ext cx="743902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0" y="7315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7C8B86"/>
                </a:solidFill>
                <a:latin typeface="Calibri"/>
              </a:rPr>
              <a:t>4 постачальники · 28 SKU · 4 сценарії доставки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01 · ARARE NORIMAKI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(Thailand) Co., Ltd.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Bangkok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1726184"/>
            <a:ext cx="1572767" cy="1997455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784" y="1922272"/>
            <a:ext cx="1270000" cy="16052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1726184"/>
            <a:ext cx="1572767" cy="1997455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5" y="1881632"/>
            <a:ext cx="1280159" cy="1686559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Arare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610" y="1243584"/>
            <a:ext cx="969379" cy="12252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2560320"/>
            <a:ext cx="2971799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Arare Norimaki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4904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7602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7602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7602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58,40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00300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00300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0300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57,66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12998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12998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$1,806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81,28 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678" y="1243584"/>
            <a:ext cx="930043" cy="1225296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5257799" y="2560320"/>
            <a:ext cx="2971799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983479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79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Arare Norimaki Wasabi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18303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18303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8303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3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31001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731001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31001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31001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$1,298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1001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58,40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43699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743699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743699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699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$1,281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3699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57,66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56397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756397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756397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56397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$1,806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6397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81,28 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«SINGHA KAMEDA - Retail».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02 · MIZUHO · NORIMAKI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Thai-Nichi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Industries Co., Ltd.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Bangkok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1790905"/>
            <a:ext cx="1572767" cy="1868013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1955585"/>
            <a:ext cx="1280159" cy="153865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1790905"/>
            <a:ext cx="1572767" cy="1868013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5" y="1946353"/>
            <a:ext cx="1280159" cy="1557117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Mizuho ·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576" y="1243584"/>
            <a:ext cx="1019446" cy="12252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2560320"/>
            <a:ext cx="2971799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Norimaki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4904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$0,794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35,74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7602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7602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7602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$1,034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46,53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00300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00300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0300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$0,973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43,80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12998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12998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$1,453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65,39 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021" y="1243584"/>
            <a:ext cx="1007357" cy="1225296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5257799" y="2560320"/>
            <a:ext cx="2971799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983479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79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Norimaki Wasabi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18303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18303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8303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$0,993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3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44,67 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31001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731001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31001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31001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1001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58,17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43699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743699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743699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699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$1,217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3699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54,75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56397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756397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756397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56397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$1,817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6397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81,74 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«Thai-Nichi - Retail».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03 · KOKIRI WOW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Co., Ltd.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Тайський виробник снеків із водоростей під брендом KOKIRI Wow. Найнижча собівартість одиниці в каталозі — за рахунок мінімальної фасовки та дитячого позиціонування.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Bangkok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1304544"/>
            <a:ext cx="1572767" cy="1347216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1500632"/>
            <a:ext cx="548640" cy="95504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1304544"/>
            <a:ext cx="1572767" cy="1347216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376" y="1500632"/>
            <a:ext cx="568960" cy="9550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0" y="2798064"/>
            <a:ext cx="1572767" cy="1347216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2994152"/>
            <a:ext cx="548640" cy="95504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205472" y="2798064"/>
            <a:ext cx="1572767" cy="1347216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1655" y="2953512"/>
            <a:ext cx="660400" cy="10363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305559"/>
            <a:ext cx="548640" cy="9550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95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95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10,72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295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10,59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$0,345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95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15,55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3100" y="1305559"/>
            <a:ext cx="568960" cy="95504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66090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6090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6090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Hot Spicy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66090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98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79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3179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10,72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6090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098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179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10,59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6090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0098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$0,345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79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15,55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00" y="1305559"/>
            <a:ext cx="548640" cy="95504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480974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0974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Spicy Squid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974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80974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982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063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0974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63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10,72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0974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063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10,59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982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$0,345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8063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15,55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5060" y="1264920"/>
            <a:ext cx="660400" cy="103632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695858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95858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 Г · ПАКЕТИК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858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95858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9866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2947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95858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9866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2947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19,15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5858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9866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2947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18,92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5858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9866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2947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27,78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520" y="1259839"/>
            <a:ext cx="680720" cy="10464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 Г · ПАКЕТИК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Hot Spicy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19,15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18,92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27,78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600" y="1417319"/>
            <a:ext cx="558800" cy="73152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7718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37718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39,45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38,97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57,22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880" y="1417319"/>
            <a:ext cx="538480" cy="73152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624230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4230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Spicy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39,45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38,97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57,22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60" y="1417319"/>
            <a:ext cx="548640" cy="731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Squid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28,52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40,33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39,84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58,50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20" y="1254759"/>
            <a:ext cx="670560" cy="105664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7718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37718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39,18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38,71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56,84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160" y="1259839"/>
            <a:ext cx="629920" cy="104648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624230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4230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Hot Spicy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39,18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38,71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$1,263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56,84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04 · ZEK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бренд ZEK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Китай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Qingdao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731520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3693" y="859536"/>
            <a:ext cx="1278180" cy="166420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731520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055" y="859536"/>
            <a:ext cx="1269601" cy="16642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0" y="2798064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3693" y="2926080"/>
            <a:ext cx="1278180" cy="1664208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205472" y="2798064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5" y="2930347"/>
            <a:ext cx="1280159" cy="1655673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Corn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95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95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39,54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$0,947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295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42,60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95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64,94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054" y="1225295"/>
            <a:ext cx="851051" cy="1115568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66090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6090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6090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Wasabi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66090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98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79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3179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39,54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6090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098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$0,947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179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42,60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6090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0098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79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64,94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18" y="1225295"/>
            <a:ext cx="856802" cy="1115568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480974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0974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Mala Crawfish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974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80974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982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063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0974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63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39,54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0974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$0,947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063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42,60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982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$1,443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8063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64,94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3983" y="1225295"/>
            <a:ext cx="862552" cy="1115568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695858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95858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858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Corn · 50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95858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9866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2947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95858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9866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2947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59,77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5858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9866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2947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64,40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5858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9866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$2,181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2947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98,16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Wasabi · 50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95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95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59,77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295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64,40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95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98,16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929" y="1225295"/>
            <a:ext cx="845301" cy="1115568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66090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6090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6090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Mala · 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66090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98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79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3179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59,77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6090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098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179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64,40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6090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0098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$2,181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79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98,16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987" y="1225295"/>
            <a:ext cx="830865" cy="1115568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480974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0974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Meat Floss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974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80974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982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063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21,65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0974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63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28,51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0974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063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30,71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982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$1,040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8063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46,81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989" y="1225295"/>
            <a:ext cx="814541" cy="1115568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695858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95858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858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Sesame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95858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9866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2947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22,14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95858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9866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$0,633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2947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29,14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5858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9866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2947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31,40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5858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9866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$1,040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2947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47,85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99" y="1225295"/>
            <a:ext cx="826560" cy="1115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Chicken Floss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36,78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39,63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60,41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472" y="1225295"/>
            <a:ext cx="825055" cy="1115568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7718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37718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Vegetables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36,78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$0,881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39,63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60,41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845" y="1225295"/>
            <a:ext cx="816549" cy="1115568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624230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4230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Sesame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28,56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37,60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$0,881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40,51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$1,342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61,75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606" y="1225295"/>
            <a:ext cx="770546" cy="1115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Vegetables · 70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59,10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$1,655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77,79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$1,783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83,82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$2,718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127,76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851" y="1225295"/>
            <a:ext cx="776297" cy="1115568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7718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37718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Sesame · 70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60,35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$1,655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79,45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$1,783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85,60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$2,718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130,48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971" y="1225295"/>
            <a:ext cx="776297" cy="1115568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624230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4230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Chicken · 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61,61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$1,655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81,10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$1,783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87,38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$2,718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133,19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