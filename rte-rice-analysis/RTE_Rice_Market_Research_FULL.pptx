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7" r:id="rId27"/>
    <p:sldId id="278" r:id="rId28"/>
    <p:sldId id="260" r:id="rId6"/>
    <p:sldId id="279" r:id="rId29"/>
    <p:sldId id="261" r:id="rId7"/>
    <p:sldId id="287" r:id="rId37"/>
    <p:sldId id="288" r:id="rId3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9" r:id="rId39"/>
    <p:sldId id="290" r:id="rId40"/>
    <p:sldId id="276" r:id="rId26"/>
    <p:sldId id="273" r:id="rId19"/>
    <p:sldId id="274" r:id="rId20"/>
    <p:sldId id="291" r:id="rId41"/>
    <p:sldId id="275" r:id="rId25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12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26.xml"/><Relationship Id="rId20" Type="http://schemas.openxmlformats.org/officeDocument/2006/relationships/slide" Target="slides/slide27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9.xml"/><Relationship Id="rId26" Type="http://schemas.openxmlformats.org/officeDocument/2006/relationships/slide" Target="slides/slide25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8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10.xml"/><Relationship Id="rId38" Type="http://schemas.openxmlformats.org/officeDocument/2006/relationships/slide" Target="slides/slide11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 готового рису для розігріву (30 позицій) — 164 грн за упаковку.
У мережі продається 11 позицій із 84. Решта 73 — лише онлайн: маркетплейси, азійські фудшопи, туристичні й військові магазини.
Країни: ЄС — 31 позиція, Китай — 24, Україна — 16, Корея — 11, США — 2.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/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/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25856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25856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83133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83133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41324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1324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98601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98601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56792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56792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14069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14069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25856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25856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83133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83133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41324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1324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98601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98601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56792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56792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Готова страва з наповнювачем. Найдорожча упаковка сегмента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8950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88950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09320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9320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5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06055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50975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5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88950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88950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9320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9320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306055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06055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50975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50975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2 · СУХИЙ РИС ПІД ОКРІП   ·   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до заливання.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Окріп, 5–10 хв   ·   Маса — сухого продукту   ·   привід: Офіс і гуртожиток   ·   медіана сегмента 138 грн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43814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3814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199632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199632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96111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6111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43814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3814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99632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99632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96111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1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ПООДИНОКІ БРЕНДИ · 4 БРЕНДИ, 4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 — по одній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сегмент розігріву, але різні країни, ваги й канали. Gallina Blanca у правій частині — інший сегмент, рис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найдешевша упаковка сегмента.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61688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9632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37575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37575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84663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84663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Хімічний нагрівач, 15 хв   ·   Без техніки й окропу   ·   привід: Дорога, подарунок   ·   медіана сегмента 735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89504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889504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093208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93208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5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06055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509759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59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76656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889504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889504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93208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93208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306055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06055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509759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509759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КИТАЙСЬКИЙ САМОРОЗІГРІВ · РЕШТА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 — 4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три бренди в одному магазині. Qiaoshanmei у правій частині — інший сегмент: рис у пакеті під окріп, не саморозігрів.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 — удвічі більша порція, ніж у Haidilao за ті самі гроші.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Хімічний нагрівач, 15 хв   ·   Без техніки й окропу   ·   привід: Дорога, подарунок   ·   медіана сегмента 735 грн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61688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9632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37575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37575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84663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84663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Німеччина, США, Нідерланди. Залити окропом на 8–10 хвилин.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98601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8601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ГОТОВА СТРАВА І СУБЛІМАТ · 2 БРЕНДИ,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реторт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315–404 грн за упаковку: дорожче за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76656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889504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889504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93208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93208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306055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06055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509759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509759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889504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889504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9320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9320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українське виробництво категорії. Канал — outdoor- і мілітарі-рітейл.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5 · СУМІЖНА ПОЛИЦЯ · КОНСЕРВА   ·   КОНСЕРВА НА ПОЛИЦІ · 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у мережах уже є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Прямий конкурент за той самий привід: гаряча страва з рисом і м'ясом без готування.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упаковку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153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255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37A169"/>
                </a:solidFill>
                <a:latin typeface="Segoe UI"/>
              </a:rPr>
              <a:t>Готова до вживання   ·   Маса — готової страви   ·   привід: Обід поза домом   ·   медіана сегмента 119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6656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6656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523744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23744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370832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70832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17920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065007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65007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12096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12096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ПОЗИЦІОНУВАННЯ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Де ми стоїмо
і що заводити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Зіставлення фінансової моделі з полицею, рекомендація формату й ціни, цільовий FOB.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5B6B8C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ТОВАРНИХ ГРУП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СЦЕНАРІЇВ ЦІНИ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63040"/>
            <a:ext cx="7635240" cy="26764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АУДИТ ФІНМОДЕЛІ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припущення, які треба закрити до переговорів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Модель арифметично коректна. Ризики — у вхідних даних і в трактуванні податків.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1396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ПДВ, ймовірно, задвоєно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Собівартість містить імпортний ПДВ 20 % (RTE_Rice_Suppliers), а ціна партнера в моделі «вже з ПДВ». Для платника ПДВ імпортний податок — податковий кредит, а не витрата.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ЯКЩО ПІДТВЕРДИТЬСЯ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СС падає на 16,7 %, полиця BSCM пауч 240 г: 157 → 131 грн, стакан 150 г: 139 → 116 грн. Це змінює весь висновок щодо пауча.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572768"/>
            <a:ext cx="41148" cy="21396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9A50B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«Маржа 35 %» — не прибуток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моделі маржа = (ціна партнера − СС − бонус) / ціна партнера. У ній немає нашого ФОП, маркетингу, вхідних бонусів мережі, внутрішньої логістики, списань і прострочення.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5664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ЩО ЗРОБИТИ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Додати рядок операційних витрат. Поки його немає, 35 % не можна називати рентабельністю — це валова націнка.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904487"/>
            <a:ext cx="41148" cy="21396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Ставка мита не підтверджена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СС закладено мито 10 %. Дослідження ринку вказує 0 % для CN 1904 90 10 з ЄС. Для Таїланду й Кореї діє інша ставка, джерело в моделі не зазначено.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ЩО ЗРОБИТИ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Отримати письмову тарифну класифікацію за УКТЗЕД 1904 90 10 до підписання контракту. Похибка в 10 % — це 27 грн на полиці.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04487"/>
            <a:ext cx="41148" cy="21396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Бонус мережі 25 % — гіпотеза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Ставка 25 % взята з прикладу по локшині. Реальні умови «Сільпо» для нової імпортної категорії без історії продажів можуть бути вищими, плюс вхідний бонус і плата за лістинг.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5664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ЩО ЗРОБИТИ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Запросити комерційні умови до розрахунку цін. За бонусу 30 % полиця зростає на 17 % при тій самій маржі.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Пункт 1 — ГІПОТЕЗА, що потребує підтвердження бухгалтером: залежить від статусу платника ПДВ і від того, як ПДВ ураховано в аркушах Self_Cost. Пункти 2–4 — прямі спостереження за вмістом моделі й супровідних файлів.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