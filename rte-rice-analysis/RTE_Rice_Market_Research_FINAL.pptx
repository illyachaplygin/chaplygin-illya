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image" Target="../media/image3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Relationship Id="rId10" Type="http://schemas.openxmlformats.org/officeDocument/2006/relationships/image" Target="../media/image17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20.jpg"/><Relationship Id="rId14" Type="http://schemas.openxmlformats.org/officeDocument/2006/relationships/image" Target="../media/image21.jpg"/><Relationship Id="rId15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6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jpg"/><Relationship Id="rId4" Type="http://schemas.openxmlformats.org/officeDocument/2006/relationships/image" Target="../media/image4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4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Relationship Id="rId9" Type="http://schemas.openxmlformats.org/officeDocument/2006/relationships/image" Target="../media/image49.jpg"/><Relationship Id="rId10" Type="http://schemas.openxmlformats.org/officeDocument/2006/relationships/image" Target="../media/image50.jpg"/><Relationship Id="rId11" Type="http://schemas.openxmlformats.org/officeDocument/2006/relationships/image" Target="../media/image51.jpg"/><Relationship Id="rId12" Type="http://schemas.openxmlformats.org/officeDocument/2006/relationships/image" Target="../media/image5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Relationship Id="rId10" Type="http://schemas.openxmlformats.org/officeDocument/2006/relationships/image" Target="../media/image65.jpg"/><Relationship Id="rId11" Type="http://schemas.openxmlformats.org/officeDocument/2006/relationships/image" Target="../media/image66.jpg"/><Relationship Id="rId12" Type="http://schemas.openxmlformats.org/officeDocument/2006/relationships/image" Target="../media/image67.jpg"/><Relationship Id="rId13" Type="http://schemas.openxmlformats.org/officeDocument/2006/relationships/image" Target="../media/image68.jpg"/><Relationship Id="rId14" Type="http://schemas.openxmlformats.org/officeDocument/2006/relationships/image" Target="../media/image6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jpg"/><Relationship Id="rId10" Type="http://schemas.openxmlformats.org/officeDocument/2006/relationships/image" Target="../media/image7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Relationship Id="rId6" Type="http://schemas.openxmlformats.org/officeDocument/2006/relationships/image" Target="../media/image81.jpg"/><Relationship Id="rId7" Type="http://schemas.openxmlformats.org/officeDocument/2006/relationships/image" Target="../media/image82.jpg"/><Relationship Id="rId8" Type="http://schemas.openxmlformats.org/officeDocument/2006/relationships/image" Target="../media/image83.jpg"/><Relationship Id="rId9" Type="http://schemas.openxmlformats.org/officeDocument/2006/relationships/image" Target="../media/image84.jpg"/><Relationship Id="rId10" Type="http://schemas.openxmlformats.org/officeDocument/2006/relationships/image" Target="../media/image85.jpg"/><Relationship Id="rId11" Type="http://schemas.openxmlformats.org/officeDocument/2006/relationships/image" Target="../media/image86.jpg"/><Relationship Id="rId12" Type="http://schemas.openxmlformats.org/officeDocument/2006/relationships/image" Target="../media/image87.jpg"/><Relationship Id="rId13" Type="http://schemas.openxmlformats.org/officeDocument/2006/relationships/image" Target="../media/image8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9.jpg"/><Relationship Id="rId4" Type="http://schemas.openxmlformats.org/officeDocument/2006/relationships/image" Target="../media/image90.jpg"/><Relationship Id="rId5" Type="http://schemas.openxmlformats.org/officeDocument/2006/relationships/image" Target="../media/image91.jpg"/><Relationship Id="rId6" Type="http://schemas.openxmlformats.org/officeDocument/2006/relationships/image" Target="../media/image92.jpg"/><Relationship Id="rId7" Type="http://schemas.openxmlformats.org/officeDocument/2006/relationships/image" Target="../media/image93.jpg"/><Relationship Id="rId8" Type="http://schemas.openxmlformats.org/officeDocument/2006/relationships/image" Target="../media/image9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ПАУЧ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ФОРМАТ: ПАУЧ   ·   Мікрохвильовка 60–90 с   ·   Маса — готової страви   ·   привід: Обід поза домом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ЧАША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ФОРМАТ: ЧАША   ·   Мікрохвильовка 60–90 с   ·   Маса — готової страви   ·   привід: Обід поза домом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СУХИЙ РИС ПІД ОКРІП   ·   ЧАША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  ·   Окріп, 5–10 хв   ·   Маса — сухого продукту   ·   привід: Офіс і гуртожиток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ЧАША + ПАУЧ   ·   ПООДИНОКІ БРЕНДИ · 4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 — чаша, Clearspring, Portion і Маркел 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 в двох форматах. Gallina Blanca праворуч — інший сегмент: сухий рис у чаші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ФОРМАТ: ЧАША + ПАУЧ   ·   Мікрохвильовка 60–90 с   ·   Маса — готової страви   ·   привід: Обід поза домом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КОРОБКА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КОРОБКА   ·   Хімічний нагрівач, 15 хв   ·   Без техніки й окропу   ·   привід: Дорога, подарунок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ЧАША + КОРОБКА   ·   КИТАЙСЬКИЙ САМОРОЗІГРІВ · 3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 — чаша, Zihaiguo і Rongcheng Haoji — коробка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в одному магазині. Qiaoshanmei праворуч — інший сегмент: рис у пакеті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ЧАША + КОРОБКА   ·   Хімічний нагрівач, 15 хв   ·   Без техніки й окропу   ·   привід: Дорога, подарунок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ДОЙПАК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110–250 г — Німеччина, США, Нідерланди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Залити окропом на 8–10 хвилин. У продуктовий роздріб ці бренди не йдуть.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ПАУЧ + ДОЙПАК   ·   ДВІ ТЕХНОЛОГІЇ В ОДНОМУ БРЕНДІ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— пауч 400 г і дойпак 110 г, SubliMate — 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Єдиний бренд категорії, що робить і готову страву, і сублімат.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ПАУЧ + ДОЙПАК   ·   Сушіння виморожуванням   ·   Окріп, мінімальна вага   ·   привід: Похід і армія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ДОЙПАК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80–100 г — усе вітчизняне виробництво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Канал — туристичні та військові магазини.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5 · СУМІЖНА ПОЛИЦЯ   ·   БЛЯШАНКА   ·   СУМІЖНА ПОЛИЦЯ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у мережах уже є — але в консервній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ФОРМАТ: БЛЯШАНКА   ·   Готова до вживання   ·   Маса — готової страви   ·   привід: Обід поза домом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Ottogi і Bibigo вже на полиці — але тільки з локшиною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бренди продають рис у чашах по 225–356 грн, але завозять у мережі лише локшину й рамен. Полиця під них уже відкрита — рису на ній немає.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ВХІД У МЕРЕЖУ ВЖЕ ПРОБИТИЙ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договір із мережею і місце на полиці під ці бренди вже 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9372600" cy="44155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669280"/>
            <a:ext cx="41148" cy="45720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 із 7 наших груп потрапляють у 45–180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5669280"/>
            <a:ext cx="41148" cy="4572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наш мінімум 133 грн проти медіани пауча 109 грн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3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3" y="5669280"/>
            <a:ext cx="41148" cy="4572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подвійний стакан 219 грн і ONE'S 332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463040"/>
            <a:ext cx="9784080" cy="342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541264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 ПІД ЦІЛЬОВУ ПОЛИЦЮ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9776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BEN'S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98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5472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ПАРИТЕТ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162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OTTOGI −22 %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199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64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полиця = FOB × 268,9 (20′ FCL)   ·   × 241,1 (40′ FCL)   ·   кожні $0,10 зниження FOB знімають 27 грн з полиці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