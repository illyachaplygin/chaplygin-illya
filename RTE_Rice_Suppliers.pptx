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890fb87653d14703" Type="http://schemas.openxmlformats.org/officeDocument/2006/relationships/officeDocument" Target="ppt/presentation.xml"/><Relationship Id="Raec92fe8f4144460" Type="http://schemas.openxmlformats.org/officeDocument/2006/relationships/extended-properties" Target="docProps/app.xml"/><Relationship Id="Red3cebd654df4ad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72831fe8fe4507"/>
  </p:sldMasterIdLst>
  <p:notesMasterIdLst>
    <p:notesMasterId xmlns:r="http://schemas.openxmlformats.org/officeDocument/2006/relationships" r:id="R52a4ade149964ab1"/>
  </p:notesMasterIdLst>
  <p:sldIdLst>
    <p:sldId xmlns:r="http://schemas.openxmlformats.org/officeDocument/2006/relationships" id="256" r:id="Rf967c791acef48c6"/>
    <p:sldId xmlns:r="http://schemas.openxmlformats.org/officeDocument/2006/relationships" id="257" r:id="R324b586d72674706"/>
    <p:sldId xmlns:r="http://schemas.openxmlformats.org/officeDocument/2006/relationships" id="258" r:id="R4decb3ce1d9649fb"/>
    <p:sldId xmlns:r="http://schemas.openxmlformats.org/officeDocument/2006/relationships" id="259" r:id="Rfbb40df39bce476e"/>
    <p:sldId xmlns:r="http://schemas.openxmlformats.org/officeDocument/2006/relationships" id="260" r:id="Rbce01309253b447d"/>
    <p:sldId xmlns:r="http://schemas.openxmlformats.org/officeDocument/2006/relationships" id="261" r:id="Rd02b738b12d84961"/>
    <p:sldId xmlns:r="http://schemas.openxmlformats.org/officeDocument/2006/relationships" id="263" r:id="rI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74b24aacffd4659" Type="http://schemas.openxmlformats.org/officeDocument/2006/relationships/tableStyles" Target="tableStyles.xml"/><Relationship Id="R324b586d72674706" Type="http://schemas.openxmlformats.org/officeDocument/2006/relationships/slide" Target="slides/slide2.xml"/><Relationship Id="R4decb3ce1d9649fb" Type="http://schemas.openxmlformats.org/officeDocument/2006/relationships/slide" Target="slides/slide3.xml"/><Relationship Id="R52a4ade149964ab1" Type="http://schemas.openxmlformats.org/officeDocument/2006/relationships/notesMaster" Target="notesMasters/notesMaster1.xml"/><Relationship Id="R62be113ca4594cd2" Type="http://schemas.openxmlformats.org/officeDocument/2006/relationships/presProps" Target="presProps.xml"/><Relationship Id="R9272831fe8fe4507" Type="http://schemas.openxmlformats.org/officeDocument/2006/relationships/slideMaster" Target="slideMasters/slideMaster1.xml"/><Relationship Id="R93a9d2071c814142" Type="http://schemas.openxmlformats.org/officeDocument/2006/relationships/viewProps" Target="viewProps.xml"/><Relationship Id="Rbce01309253b447d" Type="http://schemas.openxmlformats.org/officeDocument/2006/relationships/slide" Target="slides/slide5.xml"/><Relationship Id="Rd02b738b12d84961" Type="http://schemas.openxmlformats.org/officeDocument/2006/relationships/slide" Target="slides/slide6.xml"/><Relationship Id="Red47325c43064743" Type="http://schemas.openxmlformats.org/officeDocument/2006/relationships/theme" Target="theme/theme1.xml"/><Relationship Id="Rf967c791acef48c6" Type="http://schemas.openxmlformats.org/officeDocument/2006/relationships/slide" Target="slides/slide1.xml"/><Relationship Id="Rfbb40df39bce476e" Type="http://schemas.openxmlformats.org/officeDocument/2006/relationships/slide" Target="slides/slide4.xml"/><Relationship Id="rId1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0bf6111d617e4f1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c9002af73dde4fb3" Type="http://schemas.openxmlformats.org/officeDocument/2006/relationships/slide" Target="../slides/slide1.xml"/><Relationship Id="Red71a72fadf34b40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5ed983607bc44829" Type="http://schemas.openxmlformats.org/officeDocument/2006/relationships/slide" Target="../slides/slide2.xml"/><Relationship Id="Rcdd3e893b4f9403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872b1e9bbe5497d" Type="http://schemas.openxmlformats.org/officeDocument/2006/relationships/slide" Target="../slides/slide3.xml"/><Relationship Id="Ra7a3e94a98674030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3e6abd3a5654801" Type="http://schemas.openxmlformats.org/officeDocument/2006/relationships/slide" Target="../slides/slide4.xml"/><Relationship Id="R36461ae649504e4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492691e1eb7d4366" Type="http://schemas.openxmlformats.org/officeDocument/2006/relationships/slide" Target="../slides/slide5.xml"/><Relationship Id="Rb49e5caa9f08456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6401405414c94862" Type="http://schemas.openxmlformats.org/officeDocument/2006/relationships/notesMaster" Target="../notesMasters/notesMaster1.xml"/><Relationship Id="R98793b08e9624987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Cup-Photo of Products.pdf — Single Cup assortment, packaging parameters, and product images; supplied by the user.</a:t>
            </a:r>
            <a:endParaRPr/>
          </a:p>
          <a:p xmlns:a="http://schemas.openxmlformats.org/drawingml/2006/main">
            <a:r>
              <a:t>- User instruction — BSCM launched new cup production; cost is intentionally omitted.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2d4324496264a0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f09d6cee47e4aed" Type="http://schemas.openxmlformats.org/officeDocument/2006/relationships/slideLayout" Target="../slideLayouts/slideLayout1.xml"/><Relationship Id="R6907d399bb6b474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09d6cee47e4aed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5109afdbfd438e" Type="http://schemas.openxmlformats.org/officeDocument/2006/relationships/image" Target="../media/image.jpeg"/><Relationship Id="R4e06d9f4d6344f52" Type="http://schemas.openxmlformats.org/officeDocument/2006/relationships/notesSlide" Target="../notesSlides/notesSlide1.xml"/><Relationship Id="Rbcf63069e471434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5d5b16160da47ef" Type="http://schemas.openxmlformats.org/officeDocument/2006/relationships/image" Target="../media/image3.jpeg"/><Relationship Id="R71b3ee6a583e4df6" Type="http://schemas.openxmlformats.org/officeDocument/2006/relationships/slideLayout" Target="../slideLayouts/slideLayout1.xml"/><Relationship Id="R7a3d9d6458524db6" Type="http://schemas.openxmlformats.org/officeDocument/2006/relationships/image" Target="../media/image2.jpeg"/><Relationship Id="Rc19d8b0ff1c74e6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9fe46945a394e38" Type="http://schemas.openxmlformats.org/officeDocument/2006/relationships/image" Target="../media/image2.jpeg"/><Relationship Id="R27681f58671c4ab3" Type="http://schemas.openxmlformats.org/officeDocument/2006/relationships/slideLayout" Target="../slideLayouts/slideLayout1.xml"/><Relationship Id="R3f21f2d57c014d18" Type="http://schemas.openxmlformats.org/officeDocument/2006/relationships/image" Target="../media/image5.jpeg"/><Relationship Id="Ra091bdbaa061419f" Type="http://schemas.openxmlformats.org/officeDocument/2006/relationships/image" Target="../media/image7.jpeg"/><Relationship Id="Rac30dedcfd5642da" Type="http://schemas.openxmlformats.org/officeDocument/2006/relationships/notesSlide" Target="../notesSlides/notesSlide3.xml"/><Relationship Id="Rd899d9b9df3841c6" Type="http://schemas.openxmlformats.org/officeDocument/2006/relationships/image" Target="../media/image4.jpeg"/><Relationship Id="Rfa44dfa5508f4154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36a623ed8d7944ab" Type="http://schemas.openxmlformats.org/officeDocument/2006/relationships/slideLayout" Target="../slideLayouts/slideLayout1.xml"/><Relationship Id="R483ef3cbdd9340a5" Type="http://schemas.openxmlformats.org/officeDocument/2006/relationships/notesSlide" Target="../notesSlides/notesSlide4.xml"/><Relationship Id="R5f5ac99bb7944fca" Type="http://schemas.openxmlformats.org/officeDocument/2006/relationships/image" Target="../media/image8.jpeg"/><Relationship Id="R835cd8b4bbcb4311" Type="http://schemas.openxmlformats.org/officeDocument/2006/relationships/image" Target="../media/image2.jpeg"/></Relationships>
</file>

<file path=ppt/slides/_rels/slide5.xml.rels><?xml version='1.0' encoding='UTF-8' standalone='yes'?>
<Relationships xmlns="http://schemas.openxmlformats.org/package/2006/relationships"><Relationship Id="R16d8de44a9ed4f3d" Type="http://schemas.openxmlformats.org/officeDocument/2006/relationships/slideLayout" Target="../slideLayouts/slideLayout1.xml"/><Relationship Id="R219b9054c14c46ea" Type="http://schemas.openxmlformats.org/officeDocument/2006/relationships/image" Target="../media/image11.jpeg"/><Relationship Id="R2a5c3ed6500a40e9" Type="http://schemas.openxmlformats.org/officeDocument/2006/relationships/image" Target="../media/image9.jpeg"/><Relationship Id="R376627e2c35d468b" Type="http://schemas.openxmlformats.org/officeDocument/2006/relationships/image" Target="../media/image12.jpeg"/><Relationship Id="R4cc80a779ada4640" Type="http://schemas.openxmlformats.org/officeDocument/2006/relationships/notesSlide" Target="../notesSlides/notesSlide5.xml"/><Relationship Id="Rf19e4490c4c04b98" Type="http://schemas.openxmlformats.org/officeDocument/2006/relationships/image" Target="../media/image10.jpeg"/><Relationship Id="Rfc5d5644e71549bb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0f0e7a8b953d4d62" Type="http://schemas.openxmlformats.org/officeDocument/2006/relationships/image" Target="../media/image3.png"/><Relationship Id="R37af7f05c0bc4d30" Type="http://schemas.openxmlformats.org/officeDocument/2006/relationships/image" Target="../media/image2.jpeg"/><Relationship Id="R75b582f59be249c9" Type="http://schemas.openxmlformats.org/officeDocument/2006/relationships/image" Target="../media/image2.png"/><Relationship Id="R95896e102083420b" Type="http://schemas.openxmlformats.org/officeDocument/2006/relationships/image" Target="../media/image.png"/><Relationship Id="Rde7f32570f2843ce" Type="http://schemas.openxmlformats.org/officeDocument/2006/relationships/image" Target="../media/image4.png"/><Relationship Id="Re0e0d59a6419443e" Type="http://schemas.openxmlformats.org/officeDocument/2006/relationships/notesSlide" Target="../notesSlides/notesSlide6.xml"/><Relationship Id="Rfccb2284b30a45d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6a623ed8d7944ab" Type="http://schemas.openxmlformats.org/officeDocument/2006/relationships/slideLayout" Target="../slideLayouts/slideLayout1.xml"/><Relationship Id="R5f5ac99bb7944fca" Type="http://schemas.openxmlformats.org/officeDocument/2006/relationships/image" Target="../media/image8.jpeg"/><Relationship Id="R835cd8b4bbcb4311" Type="http://schemas.openxmlformats.org/officeDocument/2006/relationships/image" Target="../media/image2.jpeg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75109afdbfd438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349240" cy="34747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2452B">
              <a:alpha val="92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22576"/>
            <a:ext cx="44348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81528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88" y="3035808"/>
            <a:ext cx="100584" cy="100584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5CE76"/>
          </a:solidFill>
          <a:ln xmlns:a="http://schemas.openxmlformats.org/drawingml/2006/main" w="6350">
            <a:solidFill>
              <a:srgbClr val="E0B25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64408"/>
            <a:ext cx="4434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85616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42816"/>
            <a:ext cx="4434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a3d9d6458524db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5b16160da47e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581144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1480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715000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9fe46945a394e3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9d9b9df3841c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1f2d57c014d1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44dfa5508f415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1bdbaa061419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35cd8b4bbcb43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6 шт у коробі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pic>
        <p:nvPicPr>
          <p:cNvPr id="61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ac99bb7944f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c5d5644e71549b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5c3ed6500a40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e4490c4c04b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b9054c14c46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6627e2c35d46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7af7f05c0bc4d3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$0,871 / 39,18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$0,772 / 34,72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$0,878 / 39,49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$0,808 / 36,38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$0,871 / 39,18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$0,772 / 34,72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$0,878 / 39,49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$0,808 / 36,38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$0,943 / 42,45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$0,836 / 37,61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$0,951 / 42,78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$0,876 / 39,41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$0,943 / 42,45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$0,836 / 37,61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$0,951 / 42,78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$0,876 / 39,41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Навалом) · курс 45,00 UAH/USD.</a:t>
            </a:r>
            <a:endParaRPr sz="900"/>
          </a:p>
        </p:txBody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96e102083420b"/>
          <a:stretch xmlns:a="http://schemas.openxmlformats.org/drawingml/2006/main"/>
        </p:blipFill>
        <p:spPr>
          <a:xfrm xmlns:a="http://schemas.openxmlformats.org/drawingml/2006/main" flipH="0" flipV="0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582f59be249c9"/>
          <a:stretch xmlns:a="http://schemas.openxmlformats.org/drawingml/2006/main"/>
        </p:blipFill>
        <p:spPr>
          <a:xfrm xmlns:a="http://schemas.openxmlformats.org/drawingml/2006/main" flipH="0" flipV="0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0e7a8b953d4d62"/>
          <a:stretch xmlns:a="http://schemas.openxmlformats.org/drawingml/2006/main"/>
        </p:blipFill>
        <p:spPr>
          <a:xfrm xmlns:a="http://schemas.openxmlformats.org/drawingml/2006/main" flipH="0" flipV="0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f32570f2843ce"/>
          <a:stretch xmlns:a="http://schemas.openxmlformats.org/drawingml/2006/main"/>
        </p:blipFill>
        <p:spPr>
          <a:xfrm xmlns:a="http://schemas.openxmlformats.org/drawingml/2006/main" flipH="0" flipV="0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35cd8b4bbcb43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6 × (2 × 125 г)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Double cup зі sleeve-боксом · доступно тільки як Private Label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формат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 бренду BSCM у форматі double cup немає — цей формат постачальник випускає виключно під приватною маркою замовника. Sleeve-бокс друкується під дизайн клієнта; приклад нижче — Jasmine Rice Cups для мережі SPAR.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Смаки в офері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no oil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 в PL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Rice, w oil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Jasmine Rice (Pathum), w oil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Jasmine Rice, w oil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Brown Rice, w oil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Basmati Rice*, w oil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Long Grain, w oil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1150"/>
          </a:p>
        </p:txBody>
      </p:sp>
      <p:pic>
        <p:nvPicPr>
          <p:cNvPr id="61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ac99bb7944fca"/>
          <a:srcRect xmlns:a="http://schemas.openxmlformats.org/drawingml/2006/main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 од.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у коробі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 × 125 г = 250 г / уніт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PL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бренд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тільки Private Label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SPAR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/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приклад упаковки клієнта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Products.pdf; фото SPAR Jasmine Rice Cups надано користувачем. * Basmati — за запитом постачальника.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2026-09-04T11:25:11.6180000Z</dcterms:created>
  <dcterms:modified xsi:type="dcterms:W3CDTF">2026-09-04T11:25:11.6180000Z</dcterms:modified>
</coreProperties>
</file>