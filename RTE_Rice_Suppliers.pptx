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78813e5a99245a0" Type="http://schemas.openxmlformats.org/officeDocument/2006/relationships/extended-properties" Target="docProps/app.xml"/><Relationship Id="R9806184afc4d4af7" Type="http://schemas.openxmlformats.org/package/2006/relationships/metadata/core-properties" Target="docProps/core.xml"/><Relationship Id="Re70d42aa423440b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f4b150e3e48ae"/>
  </p:sldMasterIdLst>
  <p:notesMasterIdLst>
    <p:notesMasterId xmlns:r="http://schemas.openxmlformats.org/officeDocument/2006/relationships" r:id="Rdbc344a867a948a5"/>
  </p:notesMasterIdLst>
  <p:sldIdLst>
    <p:sldId xmlns:r="http://schemas.openxmlformats.org/officeDocument/2006/relationships" id="256" r:id="Re97747a81f0942bb"/>
    <p:sldId xmlns:r="http://schemas.openxmlformats.org/officeDocument/2006/relationships" id="257" r:id="R5f5edb31e5604b21"/>
    <p:sldId xmlns:r="http://schemas.openxmlformats.org/officeDocument/2006/relationships" id="258" r:id="R49dea04f833a411c"/>
    <p:sldId xmlns:r="http://schemas.openxmlformats.org/officeDocument/2006/relationships" id="259" r:id="R0cc5568b82144cbe"/>
    <p:sldId xmlns:r="http://schemas.openxmlformats.org/officeDocument/2006/relationships" id="260" r:id="Ra6499cc14a0a444f"/>
    <p:sldId xmlns:r="http://schemas.openxmlformats.org/officeDocument/2006/relationships" id="261" r:id="R395c7888f72746a3"/>
    <p:sldId xmlns:r="http://schemas.openxmlformats.org/officeDocument/2006/relationships" id="267" r:id="rId1"/>
    <p:sldId xmlns:r="http://schemas.openxmlformats.org/officeDocument/2006/relationships" id="268" r:id="rId2"/>
    <p:sldId xmlns:r="http://schemas.openxmlformats.org/officeDocument/2006/relationships" id="262" r:id="Rbf055fde390e448f"/>
    <p:sldId xmlns:r="http://schemas.openxmlformats.org/officeDocument/2006/relationships" id="263" r:id="R9ed2861d88e24da7"/>
    <p:sldId xmlns:r="http://schemas.openxmlformats.org/officeDocument/2006/relationships" id="264" r:id="Rfbfd5820946b484f"/>
    <p:sldId xmlns:r="http://schemas.openxmlformats.org/officeDocument/2006/relationships" id="265" r:id="R7d115d2b0fe54d28"/>
    <p:sldId xmlns:r="http://schemas.openxmlformats.org/officeDocument/2006/relationships" id="266" r:id="Rb3b4b588539a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45679d96c84f51" Type="http://schemas.openxmlformats.org/officeDocument/2006/relationships/theme" Target="theme/theme1.xml"/><Relationship Id="R028af16c8d3e452f" Type="http://schemas.openxmlformats.org/officeDocument/2006/relationships/viewProps" Target="viewProps.xml"/><Relationship Id="R0cc5568b82144cbe" Type="http://schemas.openxmlformats.org/officeDocument/2006/relationships/slide" Target="slides/slide4.xml"/><Relationship Id="R395c7888f72746a3" Type="http://schemas.openxmlformats.org/officeDocument/2006/relationships/slide" Target="slides/slide6.xml"/><Relationship Id="R3e34577205cc47af" Type="http://schemas.openxmlformats.org/officeDocument/2006/relationships/tableStyles" Target="tableStyles.xml"/><Relationship Id="R49dea04f833a411c" Type="http://schemas.openxmlformats.org/officeDocument/2006/relationships/slide" Target="slides/slide3.xml"/><Relationship Id="R5f5edb31e5604b21" Type="http://schemas.openxmlformats.org/officeDocument/2006/relationships/slide" Target="slides/slide2.xml"/><Relationship Id="R79c29421a0b347b4" Type="http://schemas.openxmlformats.org/officeDocument/2006/relationships/presProps" Target="presProps.xml"/><Relationship Id="R7d115d2b0fe54d28" Type="http://schemas.openxmlformats.org/officeDocument/2006/relationships/slide" Target="slides/slide12.xml"/><Relationship Id="R9e0f4b150e3e48ae" Type="http://schemas.openxmlformats.org/officeDocument/2006/relationships/slideMaster" Target="slideMasters/slideMaster1.xml"/><Relationship Id="R9ed2861d88e24da7" Type="http://schemas.openxmlformats.org/officeDocument/2006/relationships/slide" Target="slides/slide10.xml"/><Relationship Id="Ra6499cc14a0a444f" Type="http://schemas.openxmlformats.org/officeDocument/2006/relationships/slide" Target="slides/slide5.xml"/><Relationship Id="Rb3b4b588539a4ae9" Type="http://schemas.openxmlformats.org/officeDocument/2006/relationships/slide" Target="slides/slide13.xml"/><Relationship Id="Rbf055fde390e448f" Type="http://schemas.openxmlformats.org/officeDocument/2006/relationships/slide" Target="slides/slide9.xml"/><Relationship Id="Rdbc344a867a948a5" Type="http://schemas.openxmlformats.org/officeDocument/2006/relationships/notesMaster" Target="notesMasters/notesMaster1.xml"/><Relationship Id="Re97747a81f0942bb" Type="http://schemas.openxmlformats.org/officeDocument/2006/relationships/slide" Target="slides/slide1.xml"/><Relationship Id="Rfbfd5820946b484f" Type="http://schemas.openxmlformats.org/officeDocument/2006/relationships/slide" Target="slides/slide11.xml"/><Relationship Id="rId1" Type="http://schemas.openxmlformats.org/officeDocument/2006/relationships/slide" Target="slides/slide7.xml"/><Relationship Id="rId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489f1f60031943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9c43bdd6cfd491a" Type="http://schemas.openxmlformats.org/officeDocument/2006/relationships/notesMaster" Target="../notesMasters/notesMaster1.xml"/><Relationship Id="Rd6c142c04fb048c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83145d308e84c4d" Type="http://schemas.openxmlformats.org/officeDocument/2006/relationships/notesMaster" Target="../notesMasters/notesMaster1.xml"/><Relationship Id="R9c8294ff7eb64a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221fd652a34de5" Type="http://schemas.openxmlformats.org/officeDocument/2006/relationships/slide" Target="../slides/slide3.xml"/><Relationship Id="R657e64325e29477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105dadf50794bc3" Type="http://schemas.openxmlformats.org/officeDocument/2006/relationships/notesMaster" Target="../notesMasters/notesMaster1.xml"/><Relationship Id="R974af5c3ad3f4a7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be68fce22c64ec0" Type="http://schemas.openxmlformats.org/officeDocument/2006/relationships/slide" Target="../slides/slide5.xml"/><Relationship Id="Rc7d67a9c4ee84bc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71280bc4d6a4dd8" Type="http://schemas.openxmlformats.org/officeDocument/2006/relationships/slide" Target="../slides/slide6.xml"/><Relationship Id="Rf793944501a441e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ee400dbe03343ce" Type="http://schemas.openxmlformats.org/officeDocument/2006/relationships/slide" Target="../slides/slide9.xml"/><Relationship Id="Rcb73e5d2bcc6437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3f36450ca734ed4" Type="http://schemas.openxmlformats.org/officeDocument/2006/relationships/slide" Target="../slides/slide10.xml"/><Relationship Id="Ra8d9c35405204cd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ae41d88212e4e18" Type="http://schemas.openxmlformats.org/officeDocument/2006/relationships/slide" Target="../slides/slide11.xml"/><Relationship Id="Rf1431826ba6d4f6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be3f2f7ce8443e" Type="http://schemas.openxmlformats.org/officeDocument/2006/relationships/slide" Target="../slides/slide12.xml"/><Relationship Id="R86147aca96f44d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bf5709b9483c4f66" Type="http://schemas.openxmlformats.org/officeDocument/2006/relationships/notesMaster" Target="../notesMasters/notesMaster1.xml"/><Relationship Id="Rcbe69feb994049f8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user instruction: position Special Production after standard 240 g; 150 g, 200 g and other weights needed for the local market.</a:t>
            </a:r>
          </a:p>
          <a:p xmlns:a="http://schemas.openxmlformats.org/drawingml/2006/main">
            <a:r>
              <a:t>- User-supplied 2026-09-03 Ready to eat Rice in Pouch 150g 200g_.pdf: 150 g and 200 g product formats. Other sizes subject to supplier agreement.</a:t>
            </a:r>
          </a:p>
          <a:p xmlns:a="http://schemas.openxmlformats.org/drawingml/2006/main">
            <a:r>
              <a:t>- Authentic standard 240 g pouch image from original supplier presentation slide 5, explicitly labeled 240 g.</a:t>
            </a:r>
          </a:p>
          <a:p xmlns:a="http://schemas.openxmlformats.org/drawingml/2006/main"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</a:p>
          <a:p xmlns:a="http://schemas.openxmlformats.org/drawingml/2006/main"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Prior user instructions: Double Cup 6 x (2 x125g), Private Label only; SPAR example customer packaging.</a:t>
            </a:r>
          </a:p>
          <a:p xmlns:a="http://schemas.openxmlformats.org/drawingml/2006/main">
            <a:r>
              <a:t>- Photo: AI-assisted studio background and lighting retouch of the user-supplied authentic SPAR Jasmine Rice photo, preserving package identity.</a:t>
            </a:r>
          </a:p>
          <a:p xmlns:a="http://schemas.openxmlformats.org/drawingml/2006/main"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specifies separate SKU/cost slide and postpones calculation. Em dashes are editable missing values, not zero; no figures invented.</a:t>
            </a:r>
          </a:p>
          <a:p xmlns:a="http://schemas.openxmlformats.org/drawingml/2006/main">
            <a:r>
              <a:t>- Seven Double Cup variants and oil distinctions from user instructions. Basmati qualification retained.</a:t>
            </a:r>
          </a:p>
          <a:p xmlns:a="http://schemas.openxmlformats.org/drawingml/2006/main"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03-image.png: Double Cup, 2 × 125 g = 250 g/unit; sleeve box can carry the customer design; no actual product in supplier private brand.</a:t>
            </a:r>
          </a:p>
          <a:p xmlns:a="http://schemas.openxmlformats.org/drawingml/2006/main">
            <a:r>
              <a:t>- Original RTE_Rice_Suppliers.pptx, slide 9: three authentic product photographs preserved and enlarged.</a:t>
            </a:r>
          </a:p>
          <a:p xmlns:a="http://schemas.openxmlformats.org/drawingml/2006/main">
            <a:r>
              <a:t>- User-supplied SPAR packaging photo is retained on the preceding Double Cup assortment slide.</a:t>
            </a:r>
          </a:p>
          <a:p xmlns:a="http://schemas.openxmlformats.org/drawingml/2006/main"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41b741e9b7e49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6c703e3c3614582" Type="http://schemas.openxmlformats.org/officeDocument/2006/relationships/theme" Target="theme/theme2.xml"/><Relationship Id="Rc0e12b7ec0fa44f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12b7ec0fa44f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a56aa79238d48be" Type="http://schemas.openxmlformats.org/officeDocument/2006/relationships/notesSlide" Target="../notesSlides/notesSlide1.xml"/><Relationship Id="Rb585b98faefc43dc" Type="http://schemas.openxmlformats.org/officeDocument/2006/relationships/image" Target="../media/image.jpeg"/><Relationship Id="Rdb21eecf1a454c4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f147b8078944be4" Type="http://schemas.openxmlformats.org/officeDocument/2006/relationships/image" Target="../media/image3.jpeg"/><Relationship Id="R584dca6911744973" Type="http://schemas.openxmlformats.org/officeDocument/2006/relationships/image" Target="../media/image2.jpeg"/><Relationship Id="Ra7288762750a49ad" Type="http://schemas.openxmlformats.org/officeDocument/2006/relationships/slideLayout" Target="../slideLayouts/slideLayout1.xml"/><Relationship Id="Rb3a48023ca6f4a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9208b301714022" Type="http://schemas.openxmlformats.org/officeDocument/2006/relationships/image" Target="../media/image4.jpeg"/><Relationship Id="R44f76f7787ee4c6f" Type="http://schemas.openxmlformats.org/officeDocument/2006/relationships/image" Target="../media/image7.jpeg"/><Relationship Id="R6c44279a0924432e" Type="http://schemas.openxmlformats.org/officeDocument/2006/relationships/image" Target="../media/image6.jpeg"/><Relationship Id="Rae8f004698a34736" Type="http://schemas.openxmlformats.org/officeDocument/2006/relationships/image" Target="../media/image5.jpeg"/><Relationship Id="Rb2fca7dbcd1e4047" Type="http://schemas.openxmlformats.org/officeDocument/2006/relationships/slideLayout" Target="../slideLayouts/slideLayout1.xml"/><Relationship Id="Rc191671aca554af3" Type="http://schemas.openxmlformats.org/officeDocument/2006/relationships/notesSlide" Target="../notesSlides/notesSlide3.xml"/><Relationship Id="Rc81b463c149f42a9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074f4375d72b4222" Type="http://schemas.openxmlformats.org/officeDocument/2006/relationships/image" Target="../media/image8.jpeg"/><Relationship Id="R4f740747594d4664" Type="http://schemas.openxmlformats.org/officeDocument/2006/relationships/image" Target="../media/image2.jpeg"/><Relationship Id="R8d10dd18fd854c6b" Type="http://schemas.openxmlformats.org/officeDocument/2006/relationships/slideLayout" Target="../slideLayouts/slideLayout1.xml"/><Relationship Id="Rc5859ccc52fb4be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a599b6567da4e04" Type="http://schemas.openxmlformats.org/officeDocument/2006/relationships/notesSlide" Target="../notesSlides/notesSlide5.xml"/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4e6a0fc5e194213" Type="http://schemas.openxmlformats.org/officeDocument/2006/relationships/notesSlide" Target="../notesSlides/notesSlide6.xml"/><Relationship Id="R38262f0785504391" Type="http://schemas.openxmlformats.org/officeDocument/2006/relationships/image" Target="../media/image2.jpeg"/><Relationship Id="R851c779230494879" Type="http://schemas.openxmlformats.org/officeDocument/2006/relationships/image" Target="../media/image13.jpeg"/><Relationship Id="Rb0cc95790ab343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9.xml.rels><?xml version='1.0' encoding='UTF-8' standalone='yes'?>
<Relationships xmlns="http://schemas.openxmlformats.org/package/2006/relationships"><Relationship Id="R0d86b08e20ee4522" Type="http://schemas.openxmlformats.org/officeDocument/2006/relationships/image" Target="../media/image.png"/><Relationship Id="R10d5c50dd4b94a0c" Type="http://schemas.openxmlformats.org/officeDocument/2006/relationships/slideLayout" Target="../slideLayouts/slideLayout1.xml"/><Relationship Id="R22337a205c9942db" Type="http://schemas.openxmlformats.org/officeDocument/2006/relationships/notesSlide" Target="../notesSlides/notesSlide7.xml"/><Relationship Id="R566cc802e0f843cc" Type="http://schemas.openxmlformats.org/officeDocument/2006/relationships/image" Target="../media/image4.png"/><Relationship Id="R5aaae9c0fc7841db" Type="http://schemas.openxmlformats.org/officeDocument/2006/relationships/image" Target="../media/image14.jpeg"/><Relationship Id="R6158a8f8e36e495f" Type="http://schemas.openxmlformats.org/officeDocument/2006/relationships/image" Target="../media/image3.png"/><Relationship Id="Raba536ba98eb46bd" Type="http://schemas.openxmlformats.org/officeDocument/2006/relationships/image" Target="../media/image2.png"/><Relationship Id="Rc344d24e594843a6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0722b14dad284092" Type="http://schemas.openxmlformats.org/officeDocument/2006/relationships/image" Target="../media/image15.jpeg"/><Relationship Id="R119ac01e5dd54900" Type="http://schemas.openxmlformats.org/officeDocument/2006/relationships/image" Target="../media/image28.jpeg"/><Relationship Id="R21022c31bcc34b73" Type="http://schemas.openxmlformats.org/officeDocument/2006/relationships/image" Target="../media/image17.jpeg"/><Relationship Id="R42f33e1bc6c74c7c" Type="http://schemas.openxmlformats.org/officeDocument/2006/relationships/image" Target="../media/image30.jpeg"/><Relationship Id="R5aacabe119014fc5" Type="http://schemas.openxmlformats.org/officeDocument/2006/relationships/image" Target="../media/image27.jpeg"/><Relationship Id="R5bf5b7229df24251" Type="http://schemas.openxmlformats.org/officeDocument/2006/relationships/image" Target="../media/image25.jpeg"/><Relationship Id="R846177b9a0144792" Type="http://schemas.openxmlformats.org/officeDocument/2006/relationships/image" Target="../media/image18.jpeg"/><Relationship Id="R852a75f27bb74882" Type="http://schemas.openxmlformats.org/officeDocument/2006/relationships/image" Target="../media/image29.jpeg"/><Relationship Id="R90fe7bc16fc3463f" Type="http://schemas.openxmlformats.org/officeDocument/2006/relationships/slideLayout" Target="../slideLayouts/slideLayout1.xml"/><Relationship Id="R95e504b77bc949d5" Type="http://schemas.openxmlformats.org/officeDocument/2006/relationships/image" Target="../media/image22.jpeg"/><Relationship Id="R9fcfc3021d514b26" Type="http://schemas.openxmlformats.org/officeDocument/2006/relationships/image" Target="../media/image21.jpeg"/><Relationship Id="Ra07bb7521447458f" Type="http://schemas.openxmlformats.org/officeDocument/2006/relationships/image" Target="../media/image31.jpeg"/><Relationship Id="Ra526774970f74f38" Type="http://schemas.openxmlformats.org/officeDocument/2006/relationships/image" Target="../media/image20.jpeg"/><Relationship Id="Rab812ab9ded74df7" Type="http://schemas.openxmlformats.org/officeDocument/2006/relationships/image" Target="../media/image19.jpeg"/><Relationship Id="Rc29fd3ff49ac498c" Type="http://schemas.openxmlformats.org/officeDocument/2006/relationships/image" Target="../media/image24.jpeg"/><Relationship Id="Rcb773ccbdc894375" Type="http://schemas.openxmlformats.org/officeDocument/2006/relationships/image" Target="../media/image23.jpeg"/><Relationship Id="Rcce78c6d88c64e62" Type="http://schemas.openxmlformats.org/officeDocument/2006/relationships/notesSlide" Target="../notesSlides/notesSlide8.xml"/><Relationship Id="Rd1dd1aa85f204c5c" Type="http://schemas.openxmlformats.org/officeDocument/2006/relationships/image" Target="../media/image16.jpeg"/><Relationship Id="Rd34c0c06150d401c" Type="http://schemas.openxmlformats.org/officeDocument/2006/relationships/image" Target="../media/image33.jpeg"/><Relationship Id="Rdb2ecc7942af43d2" Type="http://schemas.openxmlformats.org/officeDocument/2006/relationships/image" Target="../media/image2.jpeg"/><Relationship Id="Re6c3e50d738e4e82" Type="http://schemas.openxmlformats.org/officeDocument/2006/relationships/image" Target="../media/image32.jpeg"/><Relationship Id="Rf596d6e83e614893" Type="http://schemas.openxmlformats.org/officeDocument/2006/relationships/image" Target="../media/image26.jpeg"/></Relationships>
</file>

<file path=ppt/slides/_rels/slide11.xml.rels><?xml version='1.0' encoding='UTF-8' standalone='yes'?>
<Relationships xmlns="http://schemas.openxmlformats.org/package/2006/relationships"><Relationship Id="R1d20b350a283425d" Type="http://schemas.openxmlformats.org/officeDocument/2006/relationships/notesSlide" Target="../notesSlides/notesSlide9.xml"/><Relationship Id="R39942197bd7843ea" Type="http://schemas.openxmlformats.org/officeDocument/2006/relationships/image" Target="../media/image5.png"/><Relationship Id="R8e6fab9e77d84d80" Type="http://schemas.openxmlformats.org/officeDocument/2006/relationships/image" Target="../media/image2.jpeg"/><Relationship Id="Rbdff876af90d40c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cd90ae75f7945d6" Type="http://schemas.openxmlformats.org/officeDocument/2006/relationships/image" Target="../media/image2.jpeg"/><Relationship Id="R35259fcdc78d44cf" Type="http://schemas.openxmlformats.org/officeDocument/2006/relationships/slideLayout" Target="../slideLayouts/slideLayout1.xml"/><Relationship Id="R8b2733b744f8469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0210a2bd60bf47fe" Type="http://schemas.openxmlformats.org/officeDocument/2006/relationships/image" Target="../media/image36.jpeg"/><Relationship Id="R10f3f191c6a44551" Type="http://schemas.openxmlformats.org/officeDocument/2006/relationships/notesSlide" Target="../notesSlides/notesSlide11.xml"/><Relationship Id="R2533d91719894085" Type="http://schemas.openxmlformats.org/officeDocument/2006/relationships/image" Target="../media/image35.jpeg"/><Relationship Id="R9d8f59d02eab4963" Type="http://schemas.openxmlformats.org/officeDocument/2006/relationships/image" Target="../media/image34.jpeg"/><Relationship Id="Re972ea797b294e9b" Type="http://schemas.openxmlformats.org/officeDocument/2006/relationships/image" Target="../media/image2.jpeg"/><Relationship Id="Ref62ad34821a45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585b98faefc43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84dca69117449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7b8078944be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1b463c149f42a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08b3017140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f004698a3473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4279a0924432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76f7787ee4c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740747594d46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4375d72b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6553" y="1554480"/>
            <a:ext cx="4096512" cy="283464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262f07855043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СТАНДАРТНА ЛІНІЙКА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91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Доступні позиції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86000"/>
            <a:ext cx="5762625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571500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86200"/>
            <a:ext cx="569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240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857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Під брендом виробника</a:t>
            </a:r>
            <a:endParaRPr sz="1050"/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c779230494879"/>
          <a:stretch xmlns:a="http://schemas.openxmlformats.org/drawingml/2006/main"/>
        </p:blipFill>
        <p:spPr>
          <a:xfrm xmlns:a="http://schemas.openxmlformats.org/drawingml/2006/main">
            <a:off x="571500" y="2248942"/>
            <a:ext cx="4381500" cy="3388816"/>
          </a:xfrm>
          <a:prstGeom xmlns:a="http://schemas.openxmlformats.org/drawingml/2006/main" prst="roundRect">
            <a:avLst>
              <a:gd name="adj" fmla="val 3933"/>
            </a:avLst>
          </a:prstGeom>
        </p:spPr>
      </p:pic>
      <p:sp xmlns:a="http://schemas.openxmlformats.org/drawingml/2006/main">
        <p:nvSpPr>
          <p:cNvPr id="77" name="TextBox 76"/>
          <p:cNvSpPr txBox="1"/>
          <p:nvPr/>
        </p:nvSpPr>
        <p:spPr>
          <a:xfrm>
            <a:off x="5924580" y="5505450"/>
            <a:ext cx="569595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Jasmine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Mexican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Japanese Style Rice</a:t>
            </a:r>
          </a:p>
          <a:p>
            <a:pPr algn="l" marL="219456" indent="-219456">
              <a:buClr>
                <a:srgbClr val="F5CE76"/>
              </a:buClr>
              <a:buFont typeface="Arial"/>
              <a:buChar char="●"/>
            </a:pPr>
            <a:r>
              <a:rPr sz="1500" b="0">
                <a:solidFill>
                  <a:srgbClr val="FCF9F0"/>
                </a:solidFill>
                <a:latin typeface="Calibri"/>
              </a:rPr>
              <a:t>Hot and Spicy Rice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D2E4CE"/>
                </a:solidFill>
                <a:latin typeface="Calibri"/>
              </a:rPr>
              <a:t>Собівартість для 150 г та 200 г — на наступних двох слайдах.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344d24e594843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651695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876168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10" y="1115568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010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3091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173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9254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0" name="Picture 1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e9c0fc78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oundRect">
            <a:avLst/>
          </a:prstGeom>
        </p:spPr>
      </p:pic>
      <p:sp>
        <p:nvSpPr>
          <p:cNvPr id="76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b08e20ee4522"/>
          <a:stretch xmlns:a="http://schemas.openxmlformats.org/drawingml/2006/main"/>
        </p:blipFill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2" name="Рисунок 1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536ba98eb46bd"/>
          <a:stretch xmlns:a="http://schemas.openxmlformats.org/drawingml/2006/main"/>
        </p:blipFill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3" name="Рисунок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8a8f8e36e495f"/>
          <a:stretch xmlns:a="http://schemas.openxmlformats.org/drawingml/2006/main"/>
        </p:blipFill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4" name="Рисунок 1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c802e0f843cc"/>
          <a:stretch xmlns:a="http://schemas.openxmlformats.org/drawingml/2006/main"/>
        </p:blipFill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ecc7942af43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83080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2b14dad28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d1aa85f20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22c31bcc3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642616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177b9a014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2ab9ded7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774970f74f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502152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fc3021d514b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04b77bc949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73ccbdc894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61688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d3ff49ac49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5b7229df2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6d6e83e61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21224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cabe1190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ac01e5dd5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75f27bb7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3e1bc6c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bb7521447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3e50d738e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c0c06150d40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6fab9e77d84d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виробництво під Private Label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ПРИКЛАД ГОТОВОГО ПРОДУКТУ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упаковок у коробі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3143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95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SPAR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упаковки для клієнта</a:t>
            </a:r>
            <a:endParaRPr sz="105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Виробництво під Private Label.</a:t>
            </a:r>
          </a:p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Дизайн — під нашу торгову марку.</a:t>
            </a:r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42197bd7843ea"/>
          <a:stretch xmlns:a="http://schemas.openxmlformats.org/drawingml/2006/main"/>
        </p:blipFill>
        <p:spPr>
          <a:xfrm xmlns:a="http://schemas.openxmlformats.org/drawingml/2006/main">
            <a:off x="571500" y="2105025"/>
            <a:ext cx="4953000" cy="3714750"/>
          </a:xfrm>
          <a:prstGeom xmlns:a="http://schemas.openxmlformats.org/drawingml/2006/main" prst="roundRect">
            <a:avLst>
              <a:gd name="adj" fmla="val 3590"/>
            </a:avLst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cd90ae75f79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споживчу упаковку 2 × 125 г · USD / UAH · 6 упаковок у транспортному коробі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Собівартість буде додано після розрахунку.</a:t>
            </a:r>
            <a:endParaRPr sz="120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* Basmati — за погодженням із постачальником.</a:t>
            </a:r>
          </a:p>
        </p:txBody>
      </p:sp>
      <p:sp xmlns:a="http://schemas.openxmlformats.org/drawingml/2006/main"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 xmlns:a="http://schemas.openxmlformats.org/drawingml/2006/main"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 xmlns:a="http://schemas.openxmlformats.org/drawingml/2006/main"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 xmlns:a="http://schemas.openxmlformats.org/drawingml/2006/main"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 xmlns:a="http://schemas.openxmlformats.org/drawingml/2006/main"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 xmlns:a="http://schemas.openxmlformats.org/drawingml/2006/main"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 xmlns:a="http://schemas.openxmlformats.org/drawingml/2006/main"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 xmlns:a="http://schemas.openxmlformats.org/drawingml/2006/main"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 xmlns:a="http://schemas.openxmlformats.org/drawingml/2006/main"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 xmlns:a="http://schemas.openxmlformats.org/drawingml/2006/main"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 xmlns:a="http://schemas.openxmlformats.org/drawingml/2006/main"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  <p:sp xmlns:a="http://schemas.openxmlformats.org/drawingml/2006/main"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972ea797b294e9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144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1049000" cy="3400425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829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f59d02eab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1905000"/>
            <a:ext cx="3238500" cy="2952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3d9171989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971675"/>
            <a:ext cx="3143250" cy="280987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0a2bd60bf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38350"/>
            <a:ext cx="3190875" cy="26670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BD72AA7-C24E-4F22-8E79-8984695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Фото постачальника: Double Cup без друку — основа для дизайну нашої торгової марки.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2026-09-05T17:09:19.2590000Z</dcterms:created>
  <dcterms:modified xsi:type="dcterms:W3CDTF">2026-09-05T17:09:19.2590000Z</dcterms:modified>
</coreProperties>
</file>