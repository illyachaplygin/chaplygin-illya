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890fb87653d14703" Type="http://schemas.openxmlformats.org/officeDocument/2006/relationships/officeDocument" Target="ppt/presentation.xml"/><Relationship Id="Raec92fe8f4144460" Type="http://schemas.openxmlformats.org/officeDocument/2006/relationships/extended-properties" Target="docProps/app.xml"/><Relationship Id="Red3cebd654df4ade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72831fe8fe4507"/>
  </p:sldMasterIdLst>
  <p:notesMasterIdLst>
    <p:notesMasterId xmlns:r="http://schemas.openxmlformats.org/officeDocument/2006/relationships" r:id="R52a4ade149964ab1"/>
  </p:notesMasterIdLst>
  <p:sldIdLst>
    <p:sldId xmlns:r="http://schemas.openxmlformats.org/officeDocument/2006/relationships" id="256" r:id="Rf967c791acef48c6"/>
    <p:sldId xmlns:r="http://schemas.openxmlformats.org/officeDocument/2006/relationships" id="257" r:id="R324b586d72674706"/>
    <p:sldId xmlns:r="http://schemas.openxmlformats.org/officeDocument/2006/relationships" id="258" r:id="R4decb3ce1d9649fb"/>
    <p:sldId xmlns:r="http://schemas.openxmlformats.org/officeDocument/2006/relationships" id="259" r:id="Rfbb40df39bce476e"/>
    <p:sldId xmlns:r="http://schemas.openxmlformats.org/officeDocument/2006/relationships" id="260" r:id="Rbce01309253b447d"/>
    <p:sldId xmlns:r="http://schemas.openxmlformats.org/officeDocument/2006/relationships" id="261" r:id="Rd02b738b12d84961"/>
    <p:sldId xmlns:r="http://schemas.openxmlformats.org/officeDocument/2006/relationships" id="263" r:id="rId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274b24aacffd4659" Type="http://schemas.openxmlformats.org/officeDocument/2006/relationships/tableStyles" Target="tableStyles.xml"/><Relationship Id="R324b586d72674706" Type="http://schemas.openxmlformats.org/officeDocument/2006/relationships/slide" Target="slides/slide2.xml"/><Relationship Id="R4decb3ce1d9649fb" Type="http://schemas.openxmlformats.org/officeDocument/2006/relationships/slide" Target="slides/slide3.xml"/><Relationship Id="R52a4ade149964ab1" Type="http://schemas.openxmlformats.org/officeDocument/2006/relationships/notesMaster" Target="notesMasters/notesMaster1.xml"/><Relationship Id="R62be113ca4594cd2" Type="http://schemas.openxmlformats.org/officeDocument/2006/relationships/presProps" Target="presProps.xml"/><Relationship Id="R9272831fe8fe4507" Type="http://schemas.openxmlformats.org/officeDocument/2006/relationships/slideMaster" Target="slideMasters/slideMaster1.xml"/><Relationship Id="R93a9d2071c814142" Type="http://schemas.openxmlformats.org/officeDocument/2006/relationships/viewProps" Target="viewProps.xml"/><Relationship Id="Rbce01309253b447d" Type="http://schemas.openxmlformats.org/officeDocument/2006/relationships/slide" Target="slides/slide5.xml"/><Relationship Id="Rd02b738b12d84961" Type="http://schemas.openxmlformats.org/officeDocument/2006/relationships/slide" Target="slides/slide6.xml"/><Relationship Id="Red47325c43064743" Type="http://schemas.openxmlformats.org/officeDocument/2006/relationships/theme" Target="theme/theme1.xml"/><Relationship Id="Rf967c791acef48c6" Type="http://schemas.openxmlformats.org/officeDocument/2006/relationships/slide" Target="slides/slide1.xml"/><Relationship Id="Rfbb40df39bce476e" Type="http://schemas.openxmlformats.org/officeDocument/2006/relationships/slide" Target="slides/slide4.xml"/><Relationship Id="rId1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0bf6111d617e4f16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c9002af73dde4fb3" Type="http://schemas.openxmlformats.org/officeDocument/2006/relationships/slide" Target="../slides/slide1.xml"/><Relationship Id="Red71a72fadf34b40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5ed983607bc44829" Type="http://schemas.openxmlformats.org/officeDocument/2006/relationships/slide" Target="../slides/slide2.xml"/><Relationship Id="Rcdd3e893b4f9403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5872b1e9bbe5497d" Type="http://schemas.openxmlformats.org/officeDocument/2006/relationships/slide" Target="../slides/slide3.xml"/><Relationship Id="Ra7a3e94a98674030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03e6abd3a5654801" Type="http://schemas.openxmlformats.org/officeDocument/2006/relationships/slide" Target="../slides/slide4.xml"/><Relationship Id="R36461ae649504e4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492691e1eb7d4366" Type="http://schemas.openxmlformats.org/officeDocument/2006/relationships/slide" Target="../slides/slide5.xml"/><Relationship Id="Rb49e5caa9f08456d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6401405414c94862" Type="http://schemas.openxmlformats.org/officeDocument/2006/relationships/notesMaster" Target="../notesMasters/notesMaster1.xml"/><Relationship Id="R98793b08e9624987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Cup-Photo of Products.pdf — Single Cup assortment, packaging parameters, and product images; supplied by the user.</a:t>
            </a:r>
            <a:endParaRPr/>
          </a:p>
          <a:p xmlns:a="http://schemas.openxmlformats.org/drawingml/2006/main">
            <a:r>
              <a:t>- User instruction — BSCM launched new cup production; cost is intentionally omitted.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02d4324496264a0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f09d6cee47e4aed" Type="http://schemas.openxmlformats.org/officeDocument/2006/relationships/slideLayout" Target="../slideLayouts/slideLayout1.xml"/><Relationship Id="R6907d399bb6b474e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09d6cee47e4aed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75109afdbfd438e" Type="http://schemas.openxmlformats.org/officeDocument/2006/relationships/image" Target="../media/image.jpeg"/><Relationship Id="R4e06d9f4d6344f52" Type="http://schemas.openxmlformats.org/officeDocument/2006/relationships/notesSlide" Target="../notesSlides/notesSlide1.xml"/><Relationship Id="Rbcf63069e471434c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55d5b16160da47ef" Type="http://schemas.openxmlformats.org/officeDocument/2006/relationships/image" Target="../media/image3.jpeg"/><Relationship Id="R71b3ee6a583e4df6" Type="http://schemas.openxmlformats.org/officeDocument/2006/relationships/slideLayout" Target="../slideLayouts/slideLayout1.xml"/><Relationship Id="R7a3d9d6458524db6" Type="http://schemas.openxmlformats.org/officeDocument/2006/relationships/image" Target="../media/image2.jpeg"/><Relationship Id="Rc19d8b0ff1c74e6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9fe46945a394e38" Type="http://schemas.openxmlformats.org/officeDocument/2006/relationships/image" Target="../media/image2.jpeg"/><Relationship Id="R27681f58671c4ab3" Type="http://schemas.openxmlformats.org/officeDocument/2006/relationships/slideLayout" Target="../slideLayouts/slideLayout1.xml"/><Relationship Id="R3f21f2d57c014d18" Type="http://schemas.openxmlformats.org/officeDocument/2006/relationships/image" Target="../media/image5.jpeg"/><Relationship Id="Ra091bdbaa061419f" Type="http://schemas.openxmlformats.org/officeDocument/2006/relationships/image" Target="../media/image7.jpeg"/><Relationship Id="Rac30dedcfd5642da" Type="http://schemas.openxmlformats.org/officeDocument/2006/relationships/notesSlide" Target="../notesSlides/notesSlide3.xml"/><Relationship Id="Rd899d9b9df3841c6" Type="http://schemas.openxmlformats.org/officeDocument/2006/relationships/image" Target="../media/image4.jpeg"/><Relationship Id="Rfa44dfa5508f4154" Type="http://schemas.openxmlformats.org/officeDocument/2006/relationships/image" Target="../media/image6.jpeg"/></Relationships>
</file>

<file path=ppt/slides/_rels/slide4.xml.rels><?xml version='1.0' encoding='UTF-8' standalone='yes'?>
<Relationships xmlns="http://schemas.openxmlformats.org/package/2006/relationships"><Relationship Id="R36a623ed8d7944ab" Type="http://schemas.openxmlformats.org/officeDocument/2006/relationships/slideLayout" Target="../slideLayouts/slideLayout1.xml"/><Relationship Id="R483ef3cbdd9340a5" Type="http://schemas.openxmlformats.org/officeDocument/2006/relationships/notesSlide" Target="../notesSlides/notesSlide4.xml"/><Relationship Id="R5f5ac99bb7944fca" Type="http://schemas.openxmlformats.org/officeDocument/2006/relationships/image" Target="../media/image8.jpeg"/><Relationship Id="R835cd8b4bbcb4311" Type="http://schemas.openxmlformats.org/officeDocument/2006/relationships/image" Target="../media/image2.jpeg"/></Relationships>
</file>

<file path=ppt/slides/_rels/slide5.xml.rels><?xml version='1.0' encoding='UTF-8' standalone='yes'?>
<Relationships xmlns="http://schemas.openxmlformats.org/package/2006/relationships"><Relationship Id="R16d8de44a9ed4f3d" Type="http://schemas.openxmlformats.org/officeDocument/2006/relationships/slideLayout" Target="../slideLayouts/slideLayout1.xml"/><Relationship Id="R219b9054c14c46ea" Type="http://schemas.openxmlformats.org/officeDocument/2006/relationships/image" Target="../media/image11.jpeg"/><Relationship Id="R2a5c3ed6500a40e9" Type="http://schemas.openxmlformats.org/officeDocument/2006/relationships/image" Target="../media/image9.jpeg"/><Relationship Id="R376627e2c35d468b" Type="http://schemas.openxmlformats.org/officeDocument/2006/relationships/image" Target="../media/image12.jpeg"/><Relationship Id="R4cc80a779ada4640" Type="http://schemas.openxmlformats.org/officeDocument/2006/relationships/notesSlide" Target="../notesSlides/notesSlide5.xml"/><Relationship Id="Rf19e4490c4c04b98" Type="http://schemas.openxmlformats.org/officeDocument/2006/relationships/image" Target="../media/image10.jpeg"/><Relationship Id="Rfc5d5644e71549bb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0f0e7a8b953d4d62" Type="http://schemas.openxmlformats.org/officeDocument/2006/relationships/image" Target="../media/image3.png"/><Relationship Id="R37af7f05c0bc4d30" Type="http://schemas.openxmlformats.org/officeDocument/2006/relationships/image" Target="../media/image2.jpeg"/><Relationship Id="R75b582f59be249c9" Type="http://schemas.openxmlformats.org/officeDocument/2006/relationships/image" Target="../media/image2.png"/><Relationship Id="R95896e102083420b" Type="http://schemas.openxmlformats.org/officeDocument/2006/relationships/image" Target="../media/image.png"/><Relationship Id="Rde7f32570f2843ce" Type="http://schemas.openxmlformats.org/officeDocument/2006/relationships/image" Target="../media/image4.png"/><Relationship Id="Re0e0d59a6419443e" Type="http://schemas.openxmlformats.org/officeDocument/2006/relationships/notesSlide" Target="../notesSlides/notesSlide6.xml"/><Relationship Id="Rfccb2284b30a45dd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6a623ed8d7944ab" Type="http://schemas.openxmlformats.org/officeDocument/2006/relationships/slideLayout" Target="../slideLayouts/slideLayout1.xml"/><Relationship Id="R5f5ac99bb7944fca" Type="http://schemas.openxmlformats.org/officeDocument/2006/relationships/image" Target="../media/image8.jpeg"/><Relationship Id="R835cd8b4bbcb4311" Type="http://schemas.openxmlformats.org/officeDocument/2006/relationships/image" Target="../media/image2.jpeg"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75109afdbfd438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9E11D9-4C10-4498-B08F-418DC703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349240" cy="347472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2452B">
              <a:alpha val="92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050D1F1-25C6-459D-B6EE-3201D5DA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322576"/>
            <a:ext cx="44348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 spc="15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READY-TO-EAT RICE</a:t>
            </a:r>
            <a:endParaRPr sz="3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2CA64F1-2DC5-431B-A0BE-B63DF81E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081528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C612DCA-AB68-4951-A902-1E149520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1388" y="3035808"/>
            <a:ext cx="100584" cy="100584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5CE76"/>
          </a:solidFill>
          <a:ln xmlns:a="http://schemas.openxmlformats.org/drawingml/2006/main" w="6350">
            <a:solidFill>
              <a:srgbClr val="E0B25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C978E9-75EC-4BA8-8582-EAFEB8AD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264408"/>
            <a:ext cx="4434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Постачальники та собівартість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2744851-5719-43BB-BF0D-B86A6B0C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785616"/>
            <a:ext cx="44348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BSCM Foods Co., Ltd.</a:t>
            </a:r>
            <a:r>
              <a:rPr sz="1150">
                <a:solidFill>
                  <a:srgbClr val="C89C40"/>
                </a:solidFill>
                <a:latin typeface="Calibri"/>
                <a:ea typeface="Calibri"/>
                <a:cs typeface="Calibri"/>
              </a:rPr>
              <a:t>   ·   </a:t>
            </a: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CM Premium Rice Co., Ltd.</a:t>
            </a:r>
            <a:endParaRPr sz="13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199F762-1B10-42AE-9A9D-9E1C6FE2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242816"/>
            <a:ext cx="4434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Таїланд · FOB Bangkok · завантаження навалом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707073180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7a3d9d6458524db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CM Premium Rice — профіль компанії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Виробник органічного рису та готових страв, бренди Q Rice · Golden Phoenix · Chefrey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3736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0312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1752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8328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8328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офіс Nonthaburi · завод Nakhon Ratchasima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1703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Заснована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1703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6 липня 2016 · капітал 50 млн THB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5079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Досвід групи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5079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30 років у рисовому виробництві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84548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Потужність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84548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120 000 тонн на рік · 10 000 т/міс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18304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Сировина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18304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99% Таїланд · 30+ партнерських рисозаводів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5206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Експорт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05206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20 країн світу</a:t>
            </a:r>
            <a:endParaRPr sz="11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38581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8581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250 г · 24 шт у коробі</a:t>
            </a:r>
            <a:endParaRPr sz="1150"/>
          </a:p>
        </p:txBody>
      </p:sp>
      <p:sp>
        <p:nvSpPr>
          <p:cNvPr id="35" name="Text 19">
            <a:extLst xmlns:a="http://schemas.openxmlformats.org/drawingml/2006/main"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71957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 xmlns:a="http://schemas.openxmlformats.org/drawingml/2006/main"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71957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9001 · Halal · Organic</a:t>
            </a:r>
            <a:endParaRPr sz="1150"/>
          </a:p>
        </p:txBody>
      </p:sp>
      <p:pic>
        <p:nvPicPr>
          <p:cNvPr id="6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d5b16160da47e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2016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4581144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рік початку роботи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120 000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т/рік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5148072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виробнича потужність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E9455139-65F1-448B-8A7C-86FFA827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D40C00FA-3D9E-4C88-BA29-ECBF4916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99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%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5324D476-C6D4-42C7-BAFD-4CF0E84F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5715000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сировини з Таїланду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корпоративна презентація CM Premium Rice Co., Ltd., сайт cmp-rice.com та прайс-лист Chefrey.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73573466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9fe46945a394e3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  ·  CHEFREY / CM PREMIUM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Chefrey Organic RTE 6 × 250 г —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B3E3610-3F77-4808-A291-CC88332A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9d9b9df3841c6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Turmeric Basmati</a:t>
            </a:r>
            <a:endParaRPr sz="1450"/>
          </a:p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with Cumin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422ECCC3-BFAF-4EDE-935D-88BA8CB5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F5EED41A-EC4F-42AA-8D1B-5807CC44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21f2d57c014d18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Garlic Fried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ED93CC81-7EA2-49D9-8437-79938779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0427E166-8510-4CA7-8830-926E6C60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44dfa5508f4154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Cilantro Lime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C10E996F-4409-4306-8C47-C3DBDB53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E05EE4B9-A859-4792-9E6A-A9A645DF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91bdbaa061419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$1,020 / 45,91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$0,915 / 41,20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$1,215 / 54,68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838F0CEE-4FBA-4656-B576-A01896E53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C7424DE8-2857-46C2-8E15-BFDE9634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$0,944 / 42,48 ₴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152137640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35cd8b4bbcb431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BSCM Foods — профіль компанії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Тайський виробник готових страв за ретортною технологією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3736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0312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1752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8328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8328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Бангкок (Bangsue), Таїланд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1703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Група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1703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Bangsue Chia Meng Rice Mill, з 1937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5079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RTE-виробництво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5079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власний завод BSCM Foods, з 2009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84548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Технологія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84548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ретортна стерилізація, без консервантів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18304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18304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18 місяців за кімнатної температури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5206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05206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60–90 сек</a:t>
            </a:r>
            <a:endParaRPr sz="11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38581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8581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240 г · 6 шт у коробі</a:t>
            </a:r>
            <a:endParaRPr sz="115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E3FDCDD-AB84-4655-AE3A-27E63EDC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71957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 xmlns:a="http://schemas.openxmlformats.org/drawingml/2006/main">
              <a:ext uri="{FF2B5EF4-FFF2-40B4-BE49-F238E27FC236}">
                <a16:creationId xmlns:a16="http://schemas.microsoft.com/office/drawing/2014/main" id="{CE1C1DBA-4385-4A90-B461-BD4A3B7B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71957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22000 · GMP · Organic</a:t>
            </a:r>
            <a:endParaRPr sz="1150"/>
          </a:p>
        </p:txBody>
      </p:sp>
      <p:pic>
        <p:nvPicPr>
          <p:cNvPr id="61" name="Picture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5ac99bb7944f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18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581144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148072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60+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країн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7150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країн експорту групи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c5d5644e71549b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  ·  BSCM FOODS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240 г —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2" name="Picture 7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5c3ed6500a40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$0,995 / 44,79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$0,892 / 40,15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$1,001 / 45,03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$0,928 / 41,77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9" name="Picture 7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9e4490c4c04b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6" name="Picture 7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9b9054c14c46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3" name="Picture 7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6627e2c35d46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$0,750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$1,280 / 57,59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$1,147 / 51,63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$1,287 / 57,89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$1,193 / 53,70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7af7f05c0bc4d3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НОВЕ ВИРОБНИЦТВО · BSCM FOODS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12 × 150 г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with Sleeve Box · W/O Oil · 12 шт. у коробі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· Sleeve Box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ПАРАМЕТРИ УПАКОВКИ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Single Cup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Вага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Короб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 шт.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Sleeve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коробка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Brown Jasmine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· Sleeve Box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ПАРАМЕТРИ УПАКОВКИ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Single Cup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Вага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Короб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 шт.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Sleeve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коробка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Red Jasmine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· Sleeve Box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ПАРАМЕТРИ УПАКОВКИ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Single Cup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Вага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Короб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 шт.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Sleeve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коробка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Rice Berry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· Sleeve Box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ПАРАМЕТРИ УПАКОВКИ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Single Cup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Вага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Короб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 шт.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Sleeve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коробка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 · нове виробництво BSCM Foods.</a:t>
            </a:r>
            <a:endParaRPr sz="900"/>
          </a:p>
        </p:txBody>
      </p:sp>
      <p:pic>
        <p:nvPicPr>
          <p:cNvPr id="1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896e102083420b"/>
          <a:stretch xmlns:a="http://schemas.openxmlformats.org/drawingml/2006/main"/>
        </p:blipFill>
        <p:spPr>
          <a:xfrm xmlns:a="http://schemas.openxmlformats.org/drawingml/2006/main" flipH="0" flipV="0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pic>
        <p:nvPicPr>
          <p:cNvPr id="1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b582f59be249c9"/>
          <a:stretch xmlns:a="http://schemas.openxmlformats.org/drawingml/2006/main"/>
        </p:blipFill>
        <p:spPr>
          <a:xfrm xmlns:a="http://schemas.openxmlformats.org/drawingml/2006/main" flipH="0" flipV="0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pic>
        <p:nvPicPr>
          <p:cNvPr id="1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0e7a8b953d4d62"/>
          <a:stretch xmlns:a="http://schemas.openxmlformats.org/drawingml/2006/main"/>
        </p:blipFill>
        <p:spPr>
          <a:xfrm xmlns:a="http://schemas.openxmlformats.org/drawingml/2006/main" flipH="0" flipV="0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pic>
        <p:nvPicPr>
          <p:cNvPr id="1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7f32570f2843ce"/>
          <a:stretch xmlns:a="http://schemas.openxmlformats.org/drawingml/2006/main"/>
        </p:blipFill>
        <p:spPr>
          <a:xfrm xmlns:a="http://schemas.openxmlformats.org/drawingml/2006/main" flipH="0" flipV="0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35cd8b4bbcb431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6 × (2 × 125 г)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Double cup зі sleeve-боксом · доступно тільки як Private Label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3736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формат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0312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Власного бренду BSCM у форматі double cup немає — цей формат постачальник випускає виключно під приватною маркою замовника. Sleeve-бокс друкується під дизайн клієнта; приклад нижче — Jasmine Rice Cups для мережі SPAR.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1752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Смаки в офері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8328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Jasmine Rice, no oil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8328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немає в PL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1703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Jasmine Rice, w oil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1703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5079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Jasmine Rice (Pathum), w oil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5079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84548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Brown Jasmine Rice, w oil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84548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18304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Brown Rice, w oil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18304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5206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Basmati Rice*, w oil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05206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38581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Long Grain, w oil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8581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pic>
        <p:nvPicPr>
          <p:cNvPr id="61" name="Picture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5ac99bb7944fca"/>
          <a:srcRect xmlns:a="http://schemas.openxmlformats.org/drawingml/2006/main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 од.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у коробі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581144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 × 125 г = 250 г / уніт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PL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бренд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148072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тільки Private Label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SPAR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/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7150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приклад упаковки клієнта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Products.pdf; фото SPAR Jasmine Rice Cups надано користувачем. * Basmati — за запитом постачальника.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2026-09-04T11:25:11.6180000Z</dcterms:created>
  <dcterms:modified xsi:type="dcterms:W3CDTF">2026-09-04T11:25:11.6180000Z</dcterms:modified>
</coreProperties>
</file>