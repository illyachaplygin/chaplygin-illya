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jpg" ContentType="image/jpg"/>
  <Override PartName="/ppt/media/image5.jpg" ContentType="image/jpg"/>
  <Override PartName="/ppt/media/image6.jpg" ContentType="image/jpg"/>
  <Override PartName="/ppt/media/image7.jpg" ContentType="image/jpg"/>
  <Override PartName="/ppt/media/image8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4"/>
    <p:sldId id="259" r:id="rId5"/>
    <p:sldId id="261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74767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eg"/><Relationship Id="rId4" Type="http://schemas.openxmlformats.org/officeDocument/2006/relationships/image" Target="../media/image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e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eg"/><Relationship Id="rId4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691640"/>
            <a:ext cx="5349240" cy="3474720"/>
          </a:xfrm>
          <a:prstGeom prst="roundRect">
            <a:avLst>
              <a:gd name="adj" fmla="val 3636"/>
            </a:avLst>
          </a:prstGeom>
          <a:solidFill>
            <a:srgbClr val="FFFFFF">
              <a:alpha val="10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" name="Text 1"/>
          <p:cNvSpPr/>
          <p:nvPr/>
        </p:nvSpPr>
        <p:spPr>
          <a:xfrm>
            <a:off x="1097280" y="232257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150" dirty="0">
                <a:solidFill>
                  <a:srgbClr val="A57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READY-TO-EAT RICE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97280" y="3081528"/>
            <a:ext cx="1828800" cy="0"/>
          </a:xfrm>
          <a:prstGeom prst="line">
            <a:avLst/>
          </a:prstGeom>
          <a:noFill/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1961388" y="3035808"/>
            <a:ext cx="100584" cy="100584"/>
          </a:xfrm>
          <a:prstGeom prst="diamond">
            <a:avLst/>
          </a:prstGeom>
          <a:solidFill>
            <a:srgbClr val="E0B252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1097280" y="326440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241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Постачальники та собівартість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378561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41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BSCM Foods Co., Ltd.</a:t>
            </a:r>
            <a:r>
              <a:rPr lang="en-US" sz="1150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150" b="1" dirty="0">
                <a:solidFill>
                  <a:srgbClr val="241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Premium Rice Co., Ltd.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97280" y="424281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Таїланд · FOB Bangkok · завантаження навалом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B872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BSCM Foods — профіль компанії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Тайський виробник готових страв за ретортною технологією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FFFFFF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57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компанію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57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параметри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Локація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Бангкок (Bangsue), Таїланд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Bangsue Chia Meng Rice Mill, з 1937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RTE-виробництво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завод BSCM Foods, з 2009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Технологія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ретортна стерилізація, без консервантів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придатності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місяців за кімнатної температури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Розігрів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мікрохвильова піч, 60–90 сек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 офері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6 шт у коробі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Сертифікація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 · HACCP · ISO 22000 · GMP · Organic</a:t>
            </a:r>
            <a:endParaRPr lang="en-US" sz="1150" dirty="0"/>
          </a:p>
        </p:txBody>
      </p:sp>
      <p:pic>
        <p:nvPicPr>
          <p:cNvPr id="35" name="Picture 34" descr="bscm_facil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2"/>
          <p:cNvSpPr/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9C5A16">
              <a:alpha val="10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Text 23"/>
          <p:cNvSpPr/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BF1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r>
              <a:rPr lang="en-US" sz="1100" dirty="0">
                <a:solidFill>
                  <a:srgbClr val="FBF1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міс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BF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придатності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9C5A16">
              <a:alpha val="10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Text 26"/>
          <p:cNvSpPr/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BF1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r>
              <a:rPr lang="en-US" sz="1100" dirty="0">
                <a:solidFill>
                  <a:srgbClr val="FBF1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сек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BF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розігрів у мікрохвильовці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9C5A16">
              <a:alpha val="10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Text 29"/>
          <p:cNvSpPr/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BF1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60+</a:t>
            </a:r>
            <a:r>
              <a:rPr lang="en-US" sz="1100" dirty="0">
                <a:solidFill>
                  <a:srgbClr val="FBF1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країн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BF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країн експорту групи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B872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1  ·  BSCM FOODS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Rice 6 × 240 г — собівартість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навалом, FOB Bangkok · курс 45,00 UAH/USD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FFFFFF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4" name="Picture 73" descr="sku_bscm_jasm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5"/>
          <p:cNvSpPr/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6"/>
          <p:cNvSpPr/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Rice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$0,583 · базовий SKU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FBF1DC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$0,995 / 44,79 ₴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$0,892 / 40,15 ₴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$1,001 / 45,03 ₴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$0,928 / 41,77 ₴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FFFFFF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5" name="Picture 74" descr="sku_bscm_mexic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1"/>
          <p:cNvSpPr/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2"/>
          <p:cNvSpPr/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Mexican Rice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смаковий SKU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FBF1DC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6"/>
          <p:cNvSpPr/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$1,138 / 51,19 ₴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45,89 ₴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$1,144 / 51,46 ₴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$1,061 / 47,74 ₴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FFFFFF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6" name="Picture 75" descr="sku_bscm_japane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37"/>
          <p:cNvSpPr/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3" name="Text 38"/>
          <p:cNvSpPr/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Japanese Style Rice</a:t>
            </a:r>
            <a:endParaRPr lang="en-US" sz="1450" dirty="0"/>
          </a:p>
        </p:txBody>
      </p:sp>
      <p:sp>
        <p:nvSpPr>
          <p:cNvPr id="45" name="Text 40"/>
          <p:cNvSpPr/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смаковий SKU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FBF1DC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Text 42"/>
          <p:cNvSpPr/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48" name="Text 43"/>
          <p:cNvSpPr/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$1,138 / 51,19 ₴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45,89 ₴</a:t>
            </a:r>
            <a:endParaRPr lang="en-US" sz="950" dirty="0"/>
          </a:p>
        </p:txBody>
      </p:sp>
      <p:sp>
        <p:nvSpPr>
          <p:cNvPr id="52" name="Text 47"/>
          <p:cNvSpPr/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$1,144 / 51,46 ₴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$1,061 / 47,74 ₴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FFFFFF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7" name="Picture 76" descr="sku_bscm_hotspicy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/>
          <p:cNvSpPr/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Shape 53"/>
          <p:cNvSpPr/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0" name="Text 54"/>
          <p:cNvSpPr/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 and Spicy Rice</a:t>
            </a:r>
            <a:endParaRPr lang="en-US" sz="1450" dirty="0"/>
          </a:p>
        </p:txBody>
      </p:sp>
      <p:sp>
        <p:nvSpPr>
          <p:cNvPr id="62" name="Text 56"/>
          <p:cNvSpPr/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$0,750 · смаковий SKU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FBF1DC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Text 58"/>
          <p:cNvSpPr/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$1,280 / 57,59 ₴</a:t>
            </a:r>
            <a:endParaRPr lang="en-US" sz="950" dirty="0"/>
          </a:p>
        </p:txBody>
      </p:sp>
      <p:sp>
        <p:nvSpPr>
          <p:cNvPr id="67" name="Text 61"/>
          <p:cNvSpPr/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68" name="Text 62"/>
          <p:cNvSpPr/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A5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$1,147 / 51,63 ₴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$1,287 / 57,89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72" name="Text 66"/>
          <p:cNvSpPr/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$1,193 / 53,70 ₴</a:t>
            </a:r>
            <a:endParaRPr lang="en-US" sz="950" dirty="0"/>
          </a:p>
        </p:txBody>
      </p:sp>
      <p:sp>
        <p:nvSpPr>
          <p:cNvPr id="73" name="Text 67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2E7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 Premium Rice — профіль компанії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 органічного рису та готових страв, бренди Q Rice · Golden Phoenix · Chefrey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FFFFFF">
              <a:alpha val="90000"/>
            </a:srgbClr>
          </a:solidFill>
          <a:ln w="15875">
            <a:solidFill>
              <a:srgbClr val="2E7D3C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компанію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параметри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Локація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офіс Nonthaburi · завод Nakhon Ratchasima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Заснована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липня 2016 · капітал 50 млн THB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Досвід групи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понад 30 років у рисовому виробництві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Потужність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120 000 тонн на рік · 10 000 т/міс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Сировина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Таїланд · 30+ партнерських рисозаводів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Експорт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понад 20 країн світу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 офері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24 шт у коробі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Сертифікація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 · HACCP · ISO 9001 · Halal · Organic</a:t>
            </a:r>
            <a:endParaRPr lang="en-US" sz="1150" dirty="0"/>
          </a:p>
        </p:txBody>
      </p:sp>
      <p:pic>
        <p:nvPicPr>
          <p:cNvPr id="23" name="Image 0" descr="assets/cmp_sil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2"/>
          <p:cNvSpPr/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F5C3A">
              <a:alpha val="100000"/>
            </a:srgbClr>
          </a:solidFill>
          <a:ln w="15875">
            <a:solidFill>
              <a:srgbClr val="2E7D3C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Text 23"/>
          <p:cNvSpPr/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A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EA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рік початку роботи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F5C3A">
              <a:alpha val="100000"/>
            </a:srgbClr>
          </a:solidFill>
          <a:ln w="15875">
            <a:solidFill>
              <a:srgbClr val="2E7D3C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Text 26"/>
          <p:cNvSpPr/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A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120 000</a:t>
            </a:r>
            <a:r>
              <a:rPr lang="en-US" sz="1100" dirty="0">
                <a:solidFill>
                  <a:srgbClr val="EA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т/рік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EA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потужність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F5C3A">
              <a:alpha val="100000"/>
            </a:srgbClr>
          </a:solidFill>
          <a:ln w="15875">
            <a:solidFill>
              <a:srgbClr val="2E7D3C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Text 29"/>
          <p:cNvSpPr/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A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r>
              <a:rPr lang="en-US" sz="1100" dirty="0">
                <a:solidFill>
                  <a:srgbClr val="EA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%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EA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сировини з Таїланду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корпоративна презентація CM Premium Rice Co., Ltd., сайт cmp-rice.com та прайс-лист Chefrey.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2E7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2  ·  CHEFREY / CM PREMIUM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Chefrey Organic RTE 6 × 250 г — собівартість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навалом, FOB Bangkok · курс 45,00 UAH/USD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FFFFFF">
              <a:alpha val="90000"/>
            </a:srgbClr>
          </a:solidFill>
          <a:ln w="15875">
            <a:solidFill>
              <a:srgbClr val="2E7D3C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6" name="Image 0" descr="assets/prod_turmeric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5"/>
          <p:cNvSpPr/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6"/>
          <p:cNvSpPr/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Turmeric Basmati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Cumin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EAF3EA">
              <a:alpha val="92000"/>
            </a:srgbClr>
          </a:solidFill>
          <a:ln w="9525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FFFFFF">
              <a:alpha val="90000"/>
            </a:srgbClr>
          </a:solidFill>
          <a:ln w="15875">
            <a:solidFill>
              <a:srgbClr val="2E7D3C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23" name="Image 1" descr="assets/prod_garlic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1"/>
          <p:cNvSpPr/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2"/>
          <p:cNvSpPr/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Garlic Fried Rice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EAF3EA">
              <a:alpha val="92000"/>
            </a:srgbClr>
          </a:solidFill>
          <a:ln w="9525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6"/>
          <p:cNvSpPr/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FFFFFF">
              <a:alpha val="90000"/>
            </a:srgbClr>
          </a:solidFill>
          <a:ln w="15875">
            <a:solidFill>
              <a:srgbClr val="2E7D3C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40" name="Image 2" descr="assets/prod_cilantro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37"/>
          <p:cNvSpPr/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3" name="Text 38"/>
          <p:cNvSpPr/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Cilantro Lime Rice</a:t>
            </a:r>
            <a:endParaRPr lang="en-US" sz="1450" dirty="0"/>
          </a:p>
        </p:txBody>
      </p:sp>
      <p:sp>
        <p:nvSpPr>
          <p:cNvPr id="45" name="Text 40"/>
          <p:cNvSpPr/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EAF3EA">
              <a:alpha val="92000"/>
            </a:srgbClr>
          </a:solidFill>
          <a:ln w="9525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Text 42"/>
          <p:cNvSpPr/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48" name="Text 43"/>
          <p:cNvSpPr/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52" name="Text 47"/>
          <p:cNvSpPr/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FFFFFF">
              <a:alpha val="90000"/>
            </a:srgbClr>
          </a:solidFill>
          <a:ln w="15875">
            <a:solidFill>
              <a:srgbClr val="2E7D3C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57" name="Image 3" descr="assets/prod_jasmine.jp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/>
          <p:cNvSpPr/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Shape 53"/>
          <p:cNvSpPr/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0" name="Text 54"/>
          <p:cNvSpPr/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41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Rice</a:t>
            </a:r>
            <a:endParaRPr lang="en-US" sz="1450" dirty="0"/>
          </a:p>
        </p:txBody>
      </p:sp>
      <p:sp>
        <p:nvSpPr>
          <p:cNvPr id="62" name="Text 56"/>
          <p:cNvSpPr/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$0,583 · Plain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EAF3EA">
              <a:alpha val="92000"/>
            </a:srgbClr>
          </a:solidFill>
          <a:ln w="9525">
            <a:solidFill>
              <a:srgbClr val="2E7D3C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Text 58"/>
          <p:cNvSpPr/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45,91 ₴</a:t>
            </a:r>
            <a:endParaRPr lang="en-US" sz="950" dirty="0"/>
          </a:p>
        </p:txBody>
      </p:sp>
      <p:sp>
        <p:nvSpPr>
          <p:cNvPr id="67" name="Text 61"/>
          <p:cNvSpPr/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68" name="Text 62"/>
          <p:cNvSpPr/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$0,915 / 41,20 ₴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$1,215 / 54,68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7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72" name="Text 66"/>
          <p:cNvSpPr/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3A2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$0,944 / 42,48 ₴</a:t>
            </a:r>
            <a:endParaRPr lang="en-US" sz="950" dirty="0"/>
          </a:p>
        </p:txBody>
      </p:sp>
      <p:sp>
        <p:nvSpPr>
          <p:cNvPr id="73" name="Text 67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перерахований за прайсовою ціною Plain ($3,50 за 6 паучів); у вихідному файлі цей SKU помилково проведений за Mixed ($4,00). Решта — за файлом.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862</Words>
  <Application>Microsoft Office PowerPoint</Application>
  <PresentationFormat>Широкий екран</PresentationFormat>
  <Paragraphs>172</Paragraphs>
  <Slides>6</Slides>
  <Notes>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RTE Rice — постачальники та собівартість</dc:title>
  <dc:subject>PptxGenJS Presentation</dc:subject>
  <dc:creator>MD Eurotrade LLC</dc:creator>
  <cp:lastModifiedBy>Чаплигін lлля</cp:lastModifiedBy>
  <cp:revision>2</cp:revision>
  <dcterms:created xsi:type="dcterms:W3CDTF">2026-08-07T19:46:54Z</dcterms:created>
  <dcterms:modified xsi:type="dcterms:W3CDTF">2026-08-07T20:27:49Z</dcterms:modified>
</cp:coreProperties>
</file>