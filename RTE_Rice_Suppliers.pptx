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78813e5a99245a0" Type="http://schemas.openxmlformats.org/officeDocument/2006/relationships/extended-properties" Target="docProps/app.xml"/><Relationship Id="R9806184afc4d4af7" Type="http://schemas.openxmlformats.org/package/2006/relationships/metadata/core-properties" Target="docProps/core.xml"/><Relationship Id="Re70d42aa423440b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0f4b150e3e48ae"/>
  </p:sldMasterIdLst>
  <p:notesMasterIdLst>
    <p:notesMasterId xmlns:r="http://schemas.openxmlformats.org/officeDocument/2006/relationships" r:id="Rdbc344a867a948a5"/>
  </p:notesMasterIdLst>
  <p:sldIdLst>
    <p:sldId xmlns:r="http://schemas.openxmlformats.org/officeDocument/2006/relationships" id="256" r:id="Re97747a81f0942bb"/>
    <p:sldId xmlns:r="http://schemas.openxmlformats.org/officeDocument/2006/relationships" id="257" r:id="R5f5edb31e5604b21"/>
    <p:sldId xmlns:r="http://schemas.openxmlformats.org/officeDocument/2006/relationships" id="258" r:id="R49dea04f833a411c"/>
    <p:sldId xmlns:r="http://schemas.openxmlformats.org/officeDocument/2006/relationships" id="259" r:id="R0cc5568b82144cbe"/>
    <p:sldId xmlns:r="http://schemas.openxmlformats.org/officeDocument/2006/relationships" id="260" r:id="Ra6499cc14a0a444f"/>
    <p:sldId xmlns:r="http://schemas.openxmlformats.org/officeDocument/2006/relationships" id="261" r:id="R395c7888f72746a3"/>
    <p:sldId xmlns:r="http://schemas.openxmlformats.org/officeDocument/2006/relationships" id="267" r:id="rId1"/>
    <p:sldId xmlns:r="http://schemas.openxmlformats.org/officeDocument/2006/relationships" id="268" r:id="rId2"/>
    <p:sldId xmlns:r="http://schemas.openxmlformats.org/officeDocument/2006/relationships" id="262" r:id="Rbf055fde390e448f"/>
    <p:sldId xmlns:r="http://schemas.openxmlformats.org/officeDocument/2006/relationships" id="263" r:id="R9ed2861d88e24da7"/>
    <p:sldId xmlns:r="http://schemas.openxmlformats.org/officeDocument/2006/relationships" id="264" r:id="Rfbfd5820946b484f"/>
    <p:sldId xmlns:r="http://schemas.openxmlformats.org/officeDocument/2006/relationships" id="265" r:id="R7d115d2b0fe54d28"/>
    <p:sldId xmlns:r="http://schemas.openxmlformats.org/officeDocument/2006/relationships" id="266" r:id="Rb3b4b588539a4a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045679d96c84f51" Type="http://schemas.openxmlformats.org/officeDocument/2006/relationships/theme" Target="theme/theme1.xml"/><Relationship Id="R028af16c8d3e452f" Type="http://schemas.openxmlformats.org/officeDocument/2006/relationships/viewProps" Target="viewProps.xml"/><Relationship Id="R0cc5568b82144cbe" Type="http://schemas.openxmlformats.org/officeDocument/2006/relationships/slide" Target="slides/slide4.xml"/><Relationship Id="R395c7888f72746a3" Type="http://schemas.openxmlformats.org/officeDocument/2006/relationships/slide" Target="slides/slide6.xml"/><Relationship Id="R3e34577205cc47af" Type="http://schemas.openxmlformats.org/officeDocument/2006/relationships/tableStyles" Target="tableStyles.xml"/><Relationship Id="R49dea04f833a411c" Type="http://schemas.openxmlformats.org/officeDocument/2006/relationships/slide" Target="slides/slide3.xml"/><Relationship Id="R5f5edb31e5604b21" Type="http://schemas.openxmlformats.org/officeDocument/2006/relationships/slide" Target="slides/slide2.xml"/><Relationship Id="R79c29421a0b347b4" Type="http://schemas.openxmlformats.org/officeDocument/2006/relationships/presProps" Target="presProps.xml"/><Relationship Id="R7d115d2b0fe54d28" Type="http://schemas.openxmlformats.org/officeDocument/2006/relationships/slide" Target="slides/slide12.xml"/><Relationship Id="R9e0f4b150e3e48ae" Type="http://schemas.openxmlformats.org/officeDocument/2006/relationships/slideMaster" Target="slideMasters/slideMaster1.xml"/><Relationship Id="R9ed2861d88e24da7" Type="http://schemas.openxmlformats.org/officeDocument/2006/relationships/slide" Target="slides/slide10.xml"/><Relationship Id="Ra6499cc14a0a444f" Type="http://schemas.openxmlformats.org/officeDocument/2006/relationships/slide" Target="slides/slide5.xml"/><Relationship Id="Rb3b4b588539a4ae9" Type="http://schemas.openxmlformats.org/officeDocument/2006/relationships/slide" Target="slides/slide13.xml"/><Relationship Id="Rbf055fde390e448f" Type="http://schemas.openxmlformats.org/officeDocument/2006/relationships/slide" Target="slides/slide9.xml"/><Relationship Id="Rdbc344a867a948a5" Type="http://schemas.openxmlformats.org/officeDocument/2006/relationships/notesMaster" Target="notesMasters/notesMaster1.xml"/><Relationship Id="Re97747a81f0942bb" Type="http://schemas.openxmlformats.org/officeDocument/2006/relationships/slide" Target="slides/slide1.xml"/><Relationship Id="Rfbfd5820946b484f" Type="http://schemas.openxmlformats.org/officeDocument/2006/relationships/slide" Target="slides/slide11.xml"/><Relationship Id="rId1" Type="http://schemas.openxmlformats.org/officeDocument/2006/relationships/slide" Target="slides/slide7.xml"/><Relationship Id="rId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489f1f600319431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9c43bdd6cfd491a" Type="http://schemas.openxmlformats.org/officeDocument/2006/relationships/notesMaster" Target="../notesMasters/notesMaster1.xml"/><Relationship Id="Rd6c142c04fb048c6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583145d308e84c4d" Type="http://schemas.openxmlformats.org/officeDocument/2006/relationships/notesMaster" Target="../notesMasters/notesMaster1.xml"/><Relationship Id="R9c8294ff7eb64ab4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3a221fd652a34de5" Type="http://schemas.openxmlformats.org/officeDocument/2006/relationships/slide" Target="../slides/slide3.xml"/><Relationship Id="R657e64325e294775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7105dadf50794bc3" Type="http://schemas.openxmlformats.org/officeDocument/2006/relationships/notesMaster" Target="../notesMasters/notesMaster1.xml"/><Relationship Id="R974af5c3ad3f4a7b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be68fce22c64ec0" Type="http://schemas.openxmlformats.org/officeDocument/2006/relationships/slide" Target="../slides/slide5.xml"/><Relationship Id="Rc7d67a9c4ee84bcd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71280bc4d6a4dd8" Type="http://schemas.openxmlformats.org/officeDocument/2006/relationships/slide" Target="../slides/slide6.xml"/><Relationship Id="Rf793944501a441e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7ee400dbe03343ce" Type="http://schemas.openxmlformats.org/officeDocument/2006/relationships/slide" Target="../slides/slide9.xml"/><Relationship Id="Rcb73e5d2bcc6437f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3f36450ca734ed4" Type="http://schemas.openxmlformats.org/officeDocument/2006/relationships/slide" Target="../slides/slide10.xml"/><Relationship Id="Ra8d9c35405204cd3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aae41d88212e4e18" Type="http://schemas.openxmlformats.org/officeDocument/2006/relationships/slide" Target="../slides/slide11.xml"/><Relationship Id="Rf1431826ba6d4f6a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28be3f2f7ce8443e" Type="http://schemas.openxmlformats.org/officeDocument/2006/relationships/slide" Target="../slides/slide12.xml"/><Relationship Id="R86147aca96f44d67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bf5709b9483c4f66" Type="http://schemas.openxmlformats.org/officeDocument/2006/relationships/notesMaster" Target="../notesMasters/notesMaster1.xml"/><Relationship Id="Rcbe69feb994049f8" Type="http://schemas.openxmlformats.org/officeDocument/2006/relationships/slide" Target="../slides/slide1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user instruction: position Special Production after standard 240 g; 150 g, 200 g and other weights needed for the local market.</a:t>
            </a:r>
          </a:p>
          <a:p xmlns:a="http://schemas.openxmlformats.org/drawingml/2006/main">
            <a:r>
              <a:t>- User-supplied 2026-09-03 Ready to eat Rice in Pouch 150g 200g_.pdf: 150 g and 200 g product formats. Other sizes subject to supplier agreement.</a:t>
            </a:r>
          </a:p>
          <a:p xmlns:a="http://schemas.openxmlformats.org/drawingml/2006/main">
            <a:r>
              <a:t>- Authentic standard 240 g pouch image from original supplier presentation slide 5, explicitly labeled 240 g.</a:t>
            </a:r>
          </a:p>
          <a:p xmlns:a="http://schemas.openxmlformats.org/drawingml/2006/main">
            <a:r>
              <a:t>- No prices, cost figures, minimum order quantities, or unconfirmed pack dimensions added.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Cup-Photo of Products.pdf — Single Cup assortment, packaging parameters, and product images; supplied by the user.</a:t>
            </a:r>
          </a:p>
          <a:p xmlns:a="http://schemas.openxmlformats.org/drawingml/2006/main">
            <a:r>
              <a:t>- User instruction — BSCM launched new cup production; cost is intentionally omitted.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Prior user instructions: Double Cup 6 x (2 x125g), Private Label only; SPAR example customer packaging.</a:t>
            </a:r>
          </a:p>
          <a:p xmlns:a="http://schemas.openxmlformats.org/drawingml/2006/main">
            <a:r>
              <a:t>- Photo: AI-assisted studio background and lighting retouch of the user-supplied authentic SPAR Jasmine Rice photo, preserving package identity.</a:t>
            </a:r>
          </a:p>
          <a:p xmlns:a="http://schemas.openxmlformats.org/drawingml/2006/main">
            <a:r>
              <a:t>- 250g consumer pack = two125g cups. Costs intentionally moved to dedicated next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specifies separate SKU/cost slide and postpones calculation. Em dashes are editable missing values, not zero; no figures invented.</a:t>
            </a:r>
          </a:p>
          <a:p xmlns:a="http://schemas.openxmlformats.org/drawingml/2006/main">
            <a:r>
              <a:t>- Seven Double Cup variants and oil distinctions from user instructions. Basmati qualification retained.</a:t>
            </a:r>
          </a:p>
          <a:p xmlns:a="http://schemas.openxmlformats.org/drawingml/2006/main">
            <a:r>
              <a:t>- Four delivery scenarios and USD/UAH presentation match existing deck calculation slides. Costs per complete2x125g consumer pack.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03-image.png: Double Cup, 2 × 125 g = 250 g/unit; sleeve box can carry the customer design; no actual product in supplier private brand.</a:t>
            </a:r>
          </a:p>
          <a:p xmlns:a="http://schemas.openxmlformats.org/drawingml/2006/main">
            <a:r>
              <a:t>- Original RTE_Rice_Suppliers.pptx, slide 9: three authentic product photographs preserved and enlarged.</a:t>
            </a:r>
          </a:p>
          <a:p xmlns:a="http://schemas.openxmlformats.org/drawingml/2006/main">
            <a:r>
              <a:t>- User-supplied SPAR packaging photo is retained on the preceding Double Cup assortment slide.</a:t>
            </a:r>
          </a:p>
          <a:p xmlns:a="http://schemas.openxmlformats.org/drawingml/2006/main">
            <a:r>
              <a:t>- Removed the unsupported statement that every flavor uses one identical sleeve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41b741e9b7e49d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6c703e3c3614582" Type="http://schemas.openxmlformats.org/officeDocument/2006/relationships/theme" Target="theme/theme2.xml"/><Relationship Id="Rc0e12b7ec0fa44f3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e12b7ec0fa44f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a56aa79238d48be" Type="http://schemas.openxmlformats.org/officeDocument/2006/relationships/notesSlide" Target="../notesSlides/notesSlide1.xml"/><Relationship Id="Rb585b98faefc43dc" Type="http://schemas.openxmlformats.org/officeDocument/2006/relationships/image" Target="../media/image.jpeg"/><Relationship Id="Rdb21eecf1a454c4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f147b8078944be4" Type="http://schemas.openxmlformats.org/officeDocument/2006/relationships/image" Target="../media/image3.jpeg"/><Relationship Id="R584dca6911744973" Type="http://schemas.openxmlformats.org/officeDocument/2006/relationships/image" Target="../media/image2.jpeg"/><Relationship Id="Ra7288762750a49ad" Type="http://schemas.openxmlformats.org/officeDocument/2006/relationships/slideLayout" Target="../slideLayouts/slideLayout1.xml"/><Relationship Id="Rb3a48023ca6f4aa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d9208b301714022" Type="http://schemas.openxmlformats.org/officeDocument/2006/relationships/image" Target="../media/image4.jpeg"/><Relationship Id="R44f76f7787ee4c6f" Type="http://schemas.openxmlformats.org/officeDocument/2006/relationships/image" Target="../media/image7.jpeg"/><Relationship Id="R6c44279a0924432e" Type="http://schemas.openxmlformats.org/officeDocument/2006/relationships/image" Target="../media/image6.jpeg"/><Relationship Id="Rae8f004698a34736" Type="http://schemas.openxmlformats.org/officeDocument/2006/relationships/image" Target="../media/image5.jpeg"/><Relationship Id="Rb2fca7dbcd1e4047" Type="http://schemas.openxmlformats.org/officeDocument/2006/relationships/slideLayout" Target="../slideLayouts/slideLayout1.xml"/><Relationship Id="Rc191671aca554af3" Type="http://schemas.openxmlformats.org/officeDocument/2006/relationships/notesSlide" Target="../notesSlides/notesSlide3.xml"/><Relationship Id="Rc81b463c149f42a9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074f4375d72b4222" Type="http://schemas.openxmlformats.org/officeDocument/2006/relationships/image" Target="../media/image8.jpeg"/><Relationship Id="R4f740747594d4664" Type="http://schemas.openxmlformats.org/officeDocument/2006/relationships/image" Target="../media/image2.jpeg"/><Relationship Id="R8d10dd18fd854c6b" Type="http://schemas.openxmlformats.org/officeDocument/2006/relationships/slideLayout" Target="../slideLayouts/slideLayout1.xml"/><Relationship Id="Rc5859ccc52fb4bec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1a599b6567da4e04" Type="http://schemas.openxmlformats.org/officeDocument/2006/relationships/notesSlide" Target="../notesSlides/notesSlide5.xml"/><Relationship Id="R6fb87fd7fe61429e" Type="http://schemas.openxmlformats.org/officeDocument/2006/relationships/image" Target="../media/image10.jpeg"/><Relationship Id="R98f845348b974805" Type="http://schemas.openxmlformats.org/officeDocument/2006/relationships/slideLayout" Target="../slideLayouts/slideLayout1.xml"/><Relationship Id="Ra67e88290a9b4df2" Type="http://schemas.openxmlformats.org/officeDocument/2006/relationships/image" Target="../media/image12.jpeg"/><Relationship Id="Rada64b76b8d84687" Type="http://schemas.openxmlformats.org/officeDocument/2006/relationships/image" Target="../media/image11.jpeg"/><Relationship Id="Rbe1c7bc8ed7847d9" Type="http://schemas.openxmlformats.org/officeDocument/2006/relationships/image" Target="../media/image9.jpeg"/><Relationship Id="Rc4d3cf22c5af4c60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04e6a0fc5e194213" Type="http://schemas.openxmlformats.org/officeDocument/2006/relationships/notesSlide" Target="../notesSlides/notesSlide6.xml"/><Relationship Id="R38262f0785504391" Type="http://schemas.openxmlformats.org/officeDocument/2006/relationships/image" Target="../media/image2.jpeg"/><Relationship Id="R851c779230494879" Type="http://schemas.openxmlformats.org/officeDocument/2006/relationships/image" Target="../media/image13.jpeg"/><Relationship Id="Rb0cc95790ab3439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6fb87fd7fe61429e" Type="http://schemas.openxmlformats.org/officeDocument/2006/relationships/image" Target="../media/image10.jpeg"/><Relationship Id="R98f845348b974805" Type="http://schemas.openxmlformats.org/officeDocument/2006/relationships/slideLayout" Target="../slideLayouts/slideLayout1.xml"/><Relationship Id="Ra67e88290a9b4df2" Type="http://schemas.openxmlformats.org/officeDocument/2006/relationships/image" Target="../media/image12.jpeg"/><Relationship Id="Rada64b76b8d84687" Type="http://schemas.openxmlformats.org/officeDocument/2006/relationships/image" Target="../media/image11.jpeg"/><Relationship Id="Rbe1c7bc8ed7847d9" Type="http://schemas.openxmlformats.org/officeDocument/2006/relationships/image" Target="../media/image9.jpeg"/><Relationship Id="Rc4d3cf22c5af4c60" Type="http://schemas.openxmlformats.org/officeDocument/2006/relationships/image" Target="../media/image2.jpeg"/></Relationships>
</file>

<file path=ppt/slides/_rels/slide8.xml.rels><?xml version='1.0' encoding='UTF-8' standalone='yes'?>
<Relationships xmlns="http://schemas.openxmlformats.org/package/2006/relationships"><Relationship Id="R6fb87fd7fe61429e" Type="http://schemas.openxmlformats.org/officeDocument/2006/relationships/image" Target="../media/image10.jpeg"/><Relationship Id="R98f845348b974805" Type="http://schemas.openxmlformats.org/officeDocument/2006/relationships/slideLayout" Target="../slideLayouts/slideLayout1.xml"/><Relationship Id="Ra67e88290a9b4df2" Type="http://schemas.openxmlformats.org/officeDocument/2006/relationships/image" Target="../media/image12.jpeg"/><Relationship Id="Rada64b76b8d84687" Type="http://schemas.openxmlformats.org/officeDocument/2006/relationships/image" Target="../media/image11.jpeg"/><Relationship Id="Rbe1c7bc8ed7847d9" Type="http://schemas.openxmlformats.org/officeDocument/2006/relationships/image" Target="../media/image9.jpeg"/><Relationship Id="Rc4d3cf22c5af4c60" Type="http://schemas.openxmlformats.org/officeDocument/2006/relationships/image" Target="../media/image2.jpeg"/></Relationships>
</file>

<file path=ppt/slides/_rels/slide9.xml.rels><?xml version='1.0' encoding='UTF-8' standalone='yes'?>
<Relationships xmlns="http://schemas.openxmlformats.org/package/2006/relationships"><Relationship Id="R0d86b08e20ee4522" Type="http://schemas.openxmlformats.org/officeDocument/2006/relationships/image" Target="../media/image.png"/><Relationship Id="R10d5c50dd4b94a0c" Type="http://schemas.openxmlformats.org/officeDocument/2006/relationships/slideLayout" Target="../slideLayouts/slideLayout1.xml"/><Relationship Id="R22337a205c9942db" Type="http://schemas.openxmlformats.org/officeDocument/2006/relationships/notesSlide" Target="../notesSlides/notesSlide7.xml"/><Relationship Id="R566cc802e0f843cc" Type="http://schemas.openxmlformats.org/officeDocument/2006/relationships/image" Target="../media/image4.png"/><Relationship Id="R5aaae9c0fc7841db" Type="http://schemas.openxmlformats.org/officeDocument/2006/relationships/image" Target="../media/image14.jpeg"/><Relationship Id="R6158a8f8e36e495f" Type="http://schemas.openxmlformats.org/officeDocument/2006/relationships/image" Target="../media/image3.png"/><Relationship Id="Raba536ba98eb46bd" Type="http://schemas.openxmlformats.org/officeDocument/2006/relationships/image" Target="../media/image2.png"/><Relationship Id="Rc344d24e594843a6" Type="http://schemas.openxmlformats.org/officeDocument/2006/relationships/image" Target="../media/image2.jpeg"/></Relationships>
</file>

<file path=ppt/slides/_rels/slide10.xml.rels><?xml version='1.0' encoding='UTF-8' standalone='yes'?>
<Relationships xmlns="http://schemas.openxmlformats.org/package/2006/relationships"><Relationship Id="R0722b14dad284092" Type="http://schemas.openxmlformats.org/officeDocument/2006/relationships/image" Target="../media/image15.jpeg"/><Relationship Id="R119ac01e5dd54900" Type="http://schemas.openxmlformats.org/officeDocument/2006/relationships/image" Target="../media/image28.jpeg"/><Relationship Id="R21022c31bcc34b73" Type="http://schemas.openxmlformats.org/officeDocument/2006/relationships/image" Target="../media/image17.jpeg"/><Relationship Id="R42f33e1bc6c74c7c" Type="http://schemas.openxmlformats.org/officeDocument/2006/relationships/image" Target="../media/image30.jpeg"/><Relationship Id="R5aacabe119014fc5" Type="http://schemas.openxmlformats.org/officeDocument/2006/relationships/image" Target="../media/image27.jpeg"/><Relationship Id="R5bf5b7229df24251" Type="http://schemas.openxmlformats.org/officeDocument/2006/relationships/image" Target="../media/image25.jpeg"/><Relationship Id="R846177b9a0144792" Type="http://schemas.openxmlformats.org/officeDocument/2006/relationships/image" Target="../media/image18.jpeg"/><Relationship Id="R852a75f27bb74882" Type="http://schemas.openxmlformats.org/officeDocument/2006/relationships/image" Target="../media/image29.jpeg"/><Relationship Id="R90fe7bc16fc3463f" Type="http://schemas.openxmlformats.org/officeDocument/2006/relationships/slideLayout" Target="../slideLayouts/slideLayout1.xml"/><Relationship Id="R95e504b77bc949d5" Type="http://schemas.openxmlformats.org/officeDocument/2006/relationships/image" Target="../media/image22.jpeg"/><Relationship Id="R9fcfc3021d514b26" Type="http://schemas.openxmlformats.org/officeDocument/2006/relationships/image" Target="../media/image21.jpeg"/><Relationship Id="Ra07bb7521447458f" Type="http://schemas.openxmlformats.org/officeDocument/2006/relationships/image" Target="../media/image31.jpeg"/><Relationship Id="Ra526774970f74f38" Type="http://schemas.openxmlformats.org/officeDocument/2006/relationships/image" Target="../media/image20.jpeg"/><Relationship Id="Rab812ab9ded74df7" Type="http://schemas.openxmlformats.org/officeDocument/2006/relationships/image" Target="../media/image19.jpeg"/><Relationship Id="Rc29fd3ff49ac498c" Type="http://schemas.openxmlformats.org/officeDocument/2006/relationships/image" Target="../media/image24.jpeg"/><Relationship Id="Rcb773ccbdc894375" Type="http://schemas.openxmlformats.org/officeDocument/2006/relationships/image" Target="../media/image23.jpeg"/><Relationship Id="Rcce78c6d88c64e62" Type="http://schemas.openxmlformats.org/officeDocument/2006/relationships/notesSlide" Target="../notesSlides/notesSlide8.xml"/><Relationship Id="Rd1dd1aa85f204c5c" Type="http://schemas.openxmlformats.org/officeDocument/2006/relationships/image" Target="../media/image16.jpeg"/><Relationship Id="Rd34c0c06150d401c" Type="http://schemas.openxmlformats.org/officeDocument/2006/relationships/image" Target="../media/image33.jpeg"/><Relationship Id="Rdb2ecc7942af43d2" Type="http://schemas.openxmlformats.org/officeDocument/2006/relationships/image" Target="../media/image2.jpeg"/><Relationship Id="Re6c3e50d738e4e82" Type="http://schemas.openxmlformats.org/officeDocument/2006/relationships/image" Target="../media/image32.jpeg"/><Relationship Id="Rf596d6e83e614893" Type="http://schemas.openxmlformats.org/officeDocument/2006/relationships/image" Target="../media/image26.jpeg"/></Relationships>
</file>

<file path=ppt/slides/_rels/slide11.xml.rels><?xml version='1.0' encoding='UTF-8' standalone='yes'?>
<Relationships xmlns="http://schemas.openxmlformats.org/package/2006/relationships"><Relationship Id="R1d20b350a283425d" Type="http://schemas.openxmlformats.org/officeDocument/2006/relationships/notesSlide" Target="../notesSlides/notesSlide9.xml"/><Relationship Id="R39942197bd7843ea" Type="http://schemas.openxmlformats.org/officeDocument/2006/relationships/image" Target="../media/image5.png"/><Relationship Id="R8e6fab9e77d84d80" Type="http://schemas.openxmlformats.org/officeDocument/2006/relationships/image" Target="../media/image2.jpeg"/><Relationship Id="Rbdff876af90d40c5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2cd90ae75f7945d6" Type="http://schemas.openxmlformats.org/officeDocument/2006/relationships/image" Target="../media/image2.jpeg"/><Relationship Id="R35259fcdc78d44cf" Type="http://schemas.openxmlformats.org/officeDocument/2006/relationships/slideLayout" Target="../slideLayouts/slideLayout1.xml"/><Relationship Id="R8b2733b744f84697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0210a2bd60bf47fe" Type="http://schemas.openxmlformats.org/officeDocument/2006/relationships/image" Target="../media/image36.jpeg"/><Relationship Id="R10f3f191c6a44551" Type="http://schemas.openxmlformats.org/officeDocument/2006/relationships/notesSlide" Target="../notesSlides/notesSlide11.xml"/><Relationship Id="R2533d91719894085" Type="http://schemas.openxmlformats.org/officeDocument/2006/relationships/image" Target="../media/image35.jpeg"/><Relationship Id="R9d8f59d02eab4963" Type="http://schemas.openxmlformats.org/officeDocument/2006/relationships/image" Target="../media/image34.jpeg"/><Relationship Id="Re972ea797b294e9b" Type="http://schemas.openxmlformats.org/officeDocument/2006/relationships/image" Target="../media/image2.jpeg"/><Relationship Id="Ref62ad34821a45c2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585b98faefc43d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349240" cy="34747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2452B">
              <a:alpha val="92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322576"/>
            <a:ext cx="44348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081528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1388" y="3035808"/>
            <a:ext cx="100584" cy="100584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5CE76"/>
          </a:solidFill>
          <a:ln xmlns:a="http://schemas.openxmlformats.org/drawingml/2006/main" w="6350">
            <a:solidFill>
              <a:srgbClr val="E0B25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264408"/>
            <a:ext cx="4434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85616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 Co., Ltd.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 · 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 Co., Ltd.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242816"/>
            <a:ext cx="4434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FOB Bangkok · завантаження навалом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84dca691174497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 xmlns:a="http://schemas.openxmlformats.org/drawingml/2006/main"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147b8078944be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4581144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14807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715000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81b463c149f42a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  ·  CHEFREY / CM PREMIUM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 Organic RTE 6 × 250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208b30171402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8f004698a3473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44279a0924432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f76f7787ee4c6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$1,020 / 45,91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$0,915 / 41,20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$1,215 / 54,68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$0,944 / 42,48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f740747594d466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cup 150 г / 2×125 г</a:t>
            </a:r>
            <a:endParaRPr sz="115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72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4f4375d72b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6553" y="1554480"/>
            <a:ext cx="4096512" cy="283464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d3cf22c5af4c6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  · 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c7bc8ed78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87fd7fe61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64b76b8d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e88290a9b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8262f078550439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Фасування під потреби нашого ринку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Поряд зі стандартними 240 г — спеціальне виробництво потрібної нам ваги.</a:t>
            </a:r>
            <a:endParaRPr sz="12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СТАНДАРТНА ЛІНІЙКА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911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2175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Гнучкий асортимент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097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СПЕЦІАЛЬНЕ ВИРОБНИЦТВО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286000"/>
            <a:ext cx="5762625" cy="904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  /  200 г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33750"/>
            <a:ext cx="5715000" cy="5429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та інші розміри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886200"/>
            <a:ext cx="569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погодженням із виробником</a:t>
            </a:r>
            <a:endParaRPr sz="105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0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240 г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8578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5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Під брендом виробника</a:t>
            </a:r>
            <a:endParaRPr sz="1050"/>
          </a:p>
        </p:txBody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c779230494879"/>
          <a:stretch xmlns:a="http://schemas.openxmlformats.org/drawingml/2006/main"/>
        </p:blipFill>
        <p:spPr>
          <a:xfrm xmlns:a="http://schemas.openxmlformats.org/drawingml/2006/main">
            <a:off x="979322" y="2554191"/>
            <a:ext cx="3566160" cy="2758202"/>
          </a:xfrm>
          <a:prstGeom xmlns:a="http://schemas.openxmlformats.org/drawingml/2006/main" prst="roundRect">
            <a:avLst>
              <a:gd name="adj" fmla="val 3933"/>
            </a:avLst>
          </a:prstGeom>
        </p:spPr>
      </p:pic>
      <p:sp xmlns:a="http://schemas.openxmlformats.org/drawingml/2006/main">
        <p:nvSpPr>
          <p:cNvPr id="77" name="TextBox 76"/>
          <p:cNvSpPr txBox="1"/>
          <p:nvPr/>
        </p:nvSpPr>
        <p:spPr>
          <a:xfrm>
            <a:off x="5924398" y="5505450"/>
            <a:ext cx="569595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>
                <a:solidFill>
                  <a:srgbClr val="FCF9F0"/>
                </a:solidFill>
                <a:latin typeface="Calibri"/>
              </a:rPr>
              <a:t>Доступно для будь-якої позиції лінійки Ready Rice — конкретний асортимент і формат погоджуємо під замовлення.</a:t>
            </a:r>
          </a:p>
          <a:p>
            <a:pPr algn="l">
              <a:spcBef>
                <a:spcPts val="1000"/>
              </a:spcBef>
            </a:pPr>
            <a:r>
              <a:rPr sz="1100">
                <a:solidFill>
                  <a:srgbClr val="D2E4CE"/>
                </a:solidFill>
                <a:latin typeface="Calibri"/>
              </a:rPr>
              <a:t>Собівартість для 150 г та 200 г — на попередніх двох слайдах.</a:t>
            </a:r>
          </a:p>
        </p:txBody>
      </p:sp>
      <p:sp xmlns:a="http://schemas.openxmlformats.org/drawingml/2006/main">
        <p:nvSpPr>
          <p:cNvPr id="78" name="Rectangle 77"/>
          <p:cNvSpPr/>
          <p:nvPr/>
        </p:nvSpPr>
        <p:spPr>
          <a:xfrm>
            <a:off x="979322" y="2554191"/>
            <a:ext cx="3566160" cy="2758202"/>
          </a:xfrm>
          <a:prstGeom prst="rect">
            <a:avLst/>
          </a:prstGeom>
          <a:noFill/>
          <a:ln w="12700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d3cf22c5af4c6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150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c7bc8ed78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$0,472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$0,843 / 37,93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$0,739 / 33,25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$0,850 / 38,24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$0,778 / 34,99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87fd7fe61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64b76b8d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e88290a9b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$1,070 / 48,16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$0,938 / 42,22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$1,079 / 48,55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$0,987 / 44,43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(150г)Pouch».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d3cf22c5af4c6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200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c7bc8ed78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$0,953 / 42,87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$0,846 / 38,07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$0,960 / 43,18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$0,886 / 39,86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87fd7fe61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64b76b8d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e88290a9b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$0,680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$1,178 / 53,00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$1,046 / 47,07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$1,186 / 53,39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$1,095 / 49,28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(200г)Pouch».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344d24e594843a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651695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8761682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410" y="1115568"/>
            <a:ext cx="876168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0010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3091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173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4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9254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50" name="Picture 15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ae9c0fc7841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24076" y="1700784"/>
            <a:ext cx="1853711" cy="1810512"/>
          </a:xfrm>
          <a:prstGeom xmlns:a="http://schemas.openxmlformats.org/drawingml/2006/main" prst="roundRect">
            <a:avLst/>
          </a:prstGeom>
        </p:spPr>
      </p:pic>
      <p:sp>
        <p:nvSpPr>
          <p:cNvPr id="76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7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78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79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80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1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82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83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84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85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86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87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88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89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90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876168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81" name="Рисунок 14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6b08e20ee4522"/>
          <a:stretch xmlns:a="http://schemas.openxmlformats.org/drawingml/2006/main"/>
        </p:blipFill>
        <p:spPr>
          <a:xfrm xmlns:a="http://schemas.openxmlformats.org/drawingml/2006/main">
            <a:off x="711749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2" name="Рисунок 1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536ba98eb46bd"/>
          <a:stretch xmlns:a="http://schemas.openxmlformats.org/drawingml/2006/main"/>
        </p:blipFill>
        <p:spPr>
          <a:xfrm xmlns:a="http://schemas.openxmlformats.org/drawingml/2006/main">
            <a:off x="2964831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3" name="Рисунок 1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8a8f8e36e495f"/>
          <a:stretch xmlns:a="http://schemas.openxmlformats.org/drawingml/2006/main"/>
        </p:blipFill>
        <p:spPr>
          <a:xfrm xmlns:a="http://schemas.openxmlformats.org/drawingml/2006/main">
            <a:off x="5217912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4" name="Рисунок 1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6cc802e0f843cc"/>
          <a:stretch xmlns:a="http://schemas.openxmlformats.org/drawingml/2006/main"/>
        </p:blipFill>
        <p:spPr>
          <a:xfrm xmlns:a="http://schemas.openxmlformats.org/drawingml/2006/main">
            <a:off x="7470994" y="1700784"/>
            <a:ext cx="1853711" cy="1810512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b2ecc7942af43d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B47E2050-9F89-4CF2-8200-057440EE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83080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Jasmine Rice</a:t>
            </a:r>
          </a:p>
        </p:txBody>
      </p:sp>
      <p:pic>
        <p:nvPicPr>
          <p:cNvPr id="90" name="Picture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2b14dad2840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1" name="Picture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d1aa85f204c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2" name="Picture 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022c31bcc34b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9CFE6B9E-0FB3-4922-AF3D-A4F8DDC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642616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Brown Jasmine Rice</a:t>
            </a:r>
          </a:p>
        </p:txBody>
      </p:sp>
      <p:pic>
        <p:nvPicPr>
          <p:cNvPr id="94" name="Picture 4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177b9a01447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5" name="Picture 4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812ab9ded74d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6" name="Picture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26774970f74f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0F62E096-7B61-4D3A-B947-80BCA2AA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502152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Red Jasmine Rice</a:t>
            </a:r>
          </a:p>
        </p:txBody>
      </p:sp>
      <p:pic>
        <p:nvPicPr>
          <p:cNvPr id="98" name="Picture 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cfc3021d514b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9" name="Picture 4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504b77bc949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0" name="Picture 4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73ccbdc8943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6AC89C67-252F-4CAD-904D-59AF8AF1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61688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Rice Berry</a:t>
            </a:r>
          </a:p>
        </p:txBody>
      </p:sp>
      <p:pic>
        <p:nvPicPr>
          <p:cNvPr id="102" name="Picture 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fd3ff49ac49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3" name="Picture 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f5b7229df242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4" name="Picture 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6d6e83e6148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9FD0070C-BC6F-4CA1-A9D3-31843256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221224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Brown Jasmine Rice with Red Quinoa</a:t>
            </a:r>
          </a:p>
        </p:txBody>
      </p:sp>
      <p:pic>
        <p:nvPicPr>
          <p:cNvPr id="106" name="Picture 5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cabe119014f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7" name="Picture 5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9ac01e5dd549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8" name="Picture 5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a75f27bb748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9" name="Picture 5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33e1bc6c74c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1686581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0" name="Picture 5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7bb752144745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51492" y="1686581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1" name="Picture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c3e50d738e4e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3022092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2" name="Picture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4c0c06150d40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51492" y="3022092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e6fab9e77d84d8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PRIVATE LABEL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формат під нашу марку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Готовий рис у пластикових стаканчиках · виробництво під Private Label</a:t>
            </a:r>
            <a:endParaRPr sz="12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ПРИКЛАД ГОТОВОГО ПРОДУКТУ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76725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6 упаковок у коробі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4307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СПОЖИВЧА УПАКОВКА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238375"/>
            <a:ext cx="5476875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0515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Два стаканчики у sleeve-боксі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5429250" cy="3143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250 г готового рису</a:t>
            </a:r>
            <a:endParaRPr sz="105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95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0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0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SPAR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3914775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Приклад упаковки для клієнта</a:t>
            </a:r>
            <a:endParaRPr sz="1050"/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0175"/>
            <a:ext cx="542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Виробництво під Private Label.</a:t>
            </a:r>
          </a:p>
          <a:p xmlns:a="http://schemas.openxmlformats.org/drawingml/2006/main"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Дизайн — під нашу торгову марку.</a:t>
            </a:r>
          </a:p>
        </p:txBody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942197bd7843ea"/>
          <a:stretch xmlns:a="http://schemas.openxmlformats.org/drawingml/2006/main"/>
        </p:blipFill>
        <p:spPr>
          <a:xfrm xmlns:a="http://schemas.openxmlformats.org/drawingml/2006/main">
            <a:off x="571500" y="2105025"/>
            <a:ext cx="4953000" cy="3714750"/>
          </a:xfrm>
          <a:prstGeom xmlns:a="http://schemas.openxmlformats.org/drawingml/2006/main" prst="roundRect">
            <a:avLst>
              <a:gd name="adj" fmla="val 3590"/>
            </a:avLst>
          </a:prstGeom>
          <a:ln xmlns:a="http://schemas.openxmlformats.org/drawingml/2006/main"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cd90ae75f7945d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7 SKU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асортимент і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споживчу упаковку 2 × 125 г · USD / UAH · 6 упаковок у транспортному коробі</a:t>
            </a:r>
            <a:endParaRPr sz="12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150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Джерело: Self_Cost_Rice_Brand..xlsx, аркуш «BSCM(Double cup) - Навалом».</a:t>
            </a:r>
            <a:endParaRPr sz="1200"/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7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* Basmati — за погодженням із постачальником.</a:t>
            </a:r>
          </a:p>
        </p:txBody>
      </p:sp>
      <p:sp xmlns:a="http://schemas.openxmlformats.org/drawingml/2006/main">
        <p:nvSpPr>
          <p:cNvPr id="63" name="Rounded Rectangle 62"/>
          <p:cNvSpPr/>
          <p:nvPr/>
        </p:nvSpPr>
        <p:spPr>
          <a:xfrm>
            <a:off x="571500" y="1885950"/>
            <a:ext cx="11048970" cy="3676620"/>
          </a:xfrm>
          <a:prstGeom prst="roundRect">
            <a:avLst>
              <a:gd name="adj" fmla="val 2000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4" name="TextBox 63"/>
          <p:cNvSpPr txBox="1"/>
          <p:nvPr/>
        </p:nvSpPr>
        <p:spPr>
          <a:xfrm>
            <a:off x="891540" y="2123694"/>
            <a:ext cx="3794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00" b="1" spc="75">
                <a:solidFill>
                  <a:srgbClr val="F5CE76"/>
                </a:solidFill>
                <a:latin typeface="Calibri"/>
              </a:rPr>
              <a:t>READY RICE / SKU</a:t>
            </a:r>
          </a:p>
        </p:txBody>
      </p:sp>
      <p:sp xmlns:a="http://schemas.openxmlformats.org/drawingml/2006/main">
        <p:nvSpPr>
          <p:cNvPr id="65" name="TextBox 64"/>
          <p:cNvSpPr txBox="1"/>
          <p:nvPr/>
        </p:nvSpPr>
        <p:spPr>
          <a:xfrm>
            <a:off x="4686300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20′ FCL</a:t>
            </a:r>
          </a:p>
        </p:txBody>
      </p:sp>
      <p:sp xmlns:a="http://schemas.openxmlformats.org/drawingml/2006/main">
        <p:nvSpPr>
          <p:cNvPr id="66" name="TextBox 65"/>
          <p:cNvSpPr txBox="1"/>
          <p:nvPr/>
        </p:nvSpPr>
        <p:spPr>
          <a:xfrm>
            <a:off x="6339832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40′ FCL</a:t>
            </a:r>
          </a:p>
        </p:txBody>
      </p:sp>
      <p:sp xmlns:a="http://schemas.openxmlformats.org/drawingml/2006/main">
        <p:nvSpPr>
          <p:cNvPr id="67" name="TextBox 66"/>
          <p:cNvSpPr txBox="1"/>
          <p:nvPr/>
        </p:nvSpPr>
        <p:spPr>
          <a:xfrm>
            <a:off x="7993365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17 М³</a:t>
            </a:r>
          </a:p>
        </p:txBody>
      </p:sp>
      <p:sp xmlns:a="http://schemas.openxmlformats.org/drawingml/2006/main">
        <p:nvSpPr>
          <p:cNvPr id="68" name="TextBox 67"/>
          <p:cNvSpPr txBox="1"/>
          <p:nvPr/>
        </p:nvSpPr>
        <p:spPr>
          <a:xfrm>
            <a:off x="9646897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34 М³</a:t>
            </a:r>
          </a:p>
        </p:txBody>
      </p:sp>
      <p:sp xmlns:a="http://schemas.openxmlformats.org/drawingml/2006/main">
        <p:nvSpPr>
          <p:cNvPr id="69" name="Rectangle 68"/>
          <p:cNvSpPr/>
          <p:nvPr/>
        </p:nvSpPr>
        <p:spPr>
          <a:xfrm>
            <a:off x="891540" y="2452878"/>
            <a:ext cx="10408890" cy="12802"/>
          </a:xfrm>
          <a:prstGeom prst="rect">
            <a:avLst/>
          </a:prstGeom>
          <a:solidFill>
            <a:srgbClr val="C89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0" name="TextBox 69"/>
          <p:cNvSpPr txBox="1"/>
          <p:nvPr/>
        </p:nvSpPr>
        <p:spPr>
          <a:xfrm>
            <a:off x="891540" y="2580894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без олії</a:t>
            </a:r>
          </a:p>
        </p:txBody>
      </p:sp>
      <p:sp xmlns:a="http://schemas.openxmlformats.org/drawingml/2006/main">
        <p:nvSpPr>
          <p:cNvPr id="71" name="TextBox 70"/>
          <p:cNvSpPr txBox="1"/>
          <p:nvPr/>
        </p:nvSpPr>
        <p:spPr>
          <a:xfrm>
            <a:off x="4686300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 xmlns:a="http://schemas.openxmlformats.org/drawingml/2006/main">
        <p:nvSpPr>
          <p:cNvPr id="72" name="TextBox 71"/>
          <p:cNvSpPr txBox="1"/>
          <p:nvPr/>
        </p:nvSpPr>
        <p:spPr>
          <a:xfrm>
            <a:off x="6339832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 xmlns:a="http://schemas.openxmlformats.org/drawingml/2006/main">
        <p:nvSpPr>
          <p:cNvPr id="73" name="TextBox 72"/>
          <p:cNvSpPr txBox="1"/>
          <p:nvPr/>
        </p:nvSpPr>
        <p:spPr>
          <a:xfrm>
            <a:off x="7993365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 xmlns:a="http://schemas.openxmlformats.org/drawingml/2006/main">
        <p:nvSpPr>
          <p:cNvPr id="74" name="TextBox 73"/>
          <p:cNvSpPr txBox="1"/>
          <p:nvPr/>
        </p:nvSpPr>
        <p:spPr>
          <a:xfrm>
            <a:off x="9646897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 xmlns:a="http://schemas.openxmlformats.org/drawingml/2006/main">
        <p:nvSpPr>
          <p:cNvPr id="75" name="Rectangle 74"/>
          <p:cNvSpPr/>
          <p:nvPr/>
        </p:nvSpPr>
        <p:spPr>
          <a:xfrm>
            <a:off x="891540" y="2978109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6" name="TextBox 75"/>
          <p:cNvSpPr txBox="1"/>
          <p:nvPr/>
        </p:nvSpPr>
        <p:spPr>
          <a:xfrm>
            <a:off x="891540" y="2978109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з олією</a:t>
            </a:r>
          </a:p>
        </p:txBody>
      </p:sp>
      <p:sp xmlns:a="http://schemas.openxmlformats.org/drawingml/2006/main">
        <p:nvSpPr>
          <p:cNvPr id="77" name="TextBox 76"/>
          <p:cNvSpPr txBox="1"/>
          <p:nvPr/>
        </p:nvSpPr>
        <p:spPr>
          <a:xfrm>
            <a:off x="4686300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 xmlns:a="http://schemas.openxmlformats.org/drawingml/2006/main">
        <p:nvSpPr>
          <p:cNvPr id="78" name="TextBox 77"/>
          <p:cNvSpPr txBox="1"/>
          <p:nvPr/>
        </p:nvSpPr>
        <p:spPr>
          <a:xfrm>
            <a:off x="6339832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 xmlns:a="http://schemas.openxmlformats.org/drawingml/2006/main">
        <p:nvSpPr>
          <p:cNvPr id="79" name="TextBox 78"/>
          <p:cNvSpPr txBox="1"/>
          <p:nvPr/>
        </p:nvSpPr>
        <p:spPr>
          <a:xfrm>
            <a:off x="7993365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 xmlns:a="http://schemas.openxmlformats.org/drawingml/2006/main">
        <p:nvSpPr>
          <p:cNvPr id="80" name="TextBox 79"/>
          <p:cNvSpPr txBox="1"/>
          <p:nvPr/>
        </p:nvSpPr>
        <p:spPr>
          <a:xfrm>
            <a:off x="9646897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 xmlns:a="http://schemas.openxmlformats.org/drawingml/2006/main">
        <p:nvSpPr>
          <p:cNvPr id="81" name="Rectangle 80"/>
          <p:cNvSpPr/>
          <p:nvPr/>
        </p:nvSpPr>
        <p:spPr>
          <a:xfrm>
            <a:off x="891540" y="337532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2" name="TextBox 81"/>
          <p:cNvSpPr txBox="1"/>
          <p:nvPr/>
        </p:nvSpPr>
        <p:spPr>
          <a:xfrm>
            <a:off x="891540" y="3375325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(Pathum) · з олією</a:t>
            </a:r>
          </a:p>
        </p:txBody>
      </p:sp>
      <p:sp xmlns:a="http://schemas.openxmlformats.org/drawingml/2006/main">
        <p:nvSpPr>
          <p:cNvPr id="83" name="TextBox 82"/>
          <p:cNvSpPr txBox="1"/>
          <p:nvPr/>
        </p:nvSpPr>
        <p:spPr>
          <a:xfrm>
            <a:off x="4686300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$1,480 / 66,58 ₴</a:t>
            </a:r>
          </a:p>
        </p:txBody>
      </p:sp>
      <p:sp xmlns:a="http://schemas.openxmlformats.org/drawingml/2006/main">
        <p:nvSpPr>
          <p:cNvPr id="84" name="TextBox 83"/>
          <p:cNvSpPr txBox="1"/>
          <p:nvPr/>
        </p:nvSpPr>
        <p:spPr>
          <a:xfrm>
            <a:off x="6339832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$1,303 / 58,65 ₴</a:t>
            </a:r>
          </a:p>
        </p:txBody>
      </p:sp>
      <p:sp xmlns:a="http://schemas.openxmlformats.org/drawingml/2006/main">
        <p:nvSpPr>
          <p:cNvPr id="85" name="TextBox 84"/>
          <p:cNvSpPr txBox="1"/>
          <p:nvPr/>
        </p:nvSpPr>
        <p:spPr>
          <a:xfrm>
            <a:off x="7993365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$1,485 / 66,82 ₴</a:t>
            </a:r>
          </a:p>
        </p:txBody>
      </p:sp>
      <p:sp xmlns:a="http://schemas.openxmlformats.org/drawingml/2006/main">
        <p:nvSpPr>
          <p:cNvPr id="86" name="TextBox 85"/>
          <p:cNvSpPr txBox="1"/>
          <p:nvPr/>
        </p:nvSpPr>
        <p:spPr>
          <a:xfrm>
            <a:off x="9646897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$1,362 / 61,31 ₴</a:t>
            </a:r>
          </a:p>
        </p:txBody>
      </p:sp>
      <p:sp xmlns:a="http://schemas.openxmlformats.org/drawingml/2006/main">
        <p:nvSpPr>
          <p:cNvPr id="87" name="Rectangle 86"/>
          <p:cNvSpPr/>
          <p:nvPr/>
        </p:nvSpPr>
        <p:spPr>
          <a:xfrm>
            <a:off x="891540" y="3772540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8" name="TextBox 87"/>
          <p:cNvSpPr txBox="1"/>
          <p:nvPr/>
        </p:nvSpPr>
        <p:spPr>
          <a:xfrm>
            <a:off x="891540" y="3772540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Jasmine Rice · з олією</a:t>
            </a:r>
          </a:p>
        </p:txBody>
      </p:sp>
      <p:sp xmlns:a="http://schemas.openxmlformats.org/drawingml/2006/main">
        <p:nvSpPr>
          <p:cNvPr id="89" name="TextBox 88"/>
          <p:cNvSpPr txBox="1"/>
          <p:nvPr/>
        </p:nvSpPr>
        <p:spPr>
          <a:xfrm>
            <a:off x="4686300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 xmlns:a="http://schemas.openxmlformats.org/drawingml/2006/main">
        <p:nvSpPr>
          <p:cNvPr id="90" name="TextBox 89"/>
          <p:cNvSpPr txBox="1"/>
          <p:nvPr/>
        </p:nvSpPr>
        <p:spPr>
          <a:xfrm>
            <a:off x="6339832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 xmlns:a="http://schemas.openxmlformats.org/drawingml/2006/main">
        <p:nvSpPr>
          <p:cNvPr id="91" name="TextBox 90"/>
          <p:cNvSpPr txBox="1"/>
          <p:nvPr/>
        </p:nvSpPr>
        <p:spPr>
          <a:xfrm>
            <a:off x="7993365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75,14 ₴</a:t>
            </a:r>
          </a:p>
        </p:txBody>
      </p:sp>
      <p:sp xmlns:a="http://schemas.openxmlformats.org/drawingml/2006/main">
        <p:nvSpPr>
          <p:cNvPr id="92" name="TextBox 91"/>
          <p:cNvSpPr txBox="1"/>
          <p:nvPr/>
        </p:nvSpPr>
        <p:spPr>
          <a:xfrm>
            <a:off x="9646897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68,94 ₴</a:t>
            </a:r>
          </a:p>
        </p:txBody>
      </p:sp>
      <p:sp xmlns:a="http://schemas.openxmlformats.org/drawingml/2006/main">
        <p:nvSpPr>
          <p:cNvPr id="93" name="Rectangle 92"/>
          <p:cNvSpPr/>
          <p:nvPr/>
        </p:nvSpPr>
        <p:spPr>
          <a:xfrm>
            <a:off x="891540" y="416975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4" name="TextBox 93"/>
          <p:cNvSpPr txBox="1"/>
          <p:nvPr/>
        </p:nvSpPr>
        <p:spPr>
          <a:xfrm>
            <a:off x="891540" y="4169755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Rice · з олією</a:t>
            </a:r>
          </a:p>
        </p:txBody>
      </p:sp>
      <p:sp xmlns:a="http://schemas.openxmlformats.org/drawingml/2006/main">
        <p:nvSpPr>
          <p:cNvPr id="95" name="TextBox 94"/>
          <p:cNvSpPr txBox="1"/>
          <p:nvPr/>
        </p:nvSpPr>
        <p:spPr>
          <a:xfrm>
            <a:off x="4686300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 xmlns:a="http://schemas.openxmlformats.org/drawingml/2006/main">
        <p:nvSpPr>
          <p:cNvPr id="96" name="TextBox 95"/>
          <p:cNvSpPr txBox="1"/>
          <p:nvPr/>
        </p:nvSpPr>
        <p:spPr>
          <a:xfrm>
            <a:off x="6339832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 xmlns:a="http://schemas.openxmlformats.org/drawingml/2006/main">
        <p:nvSpPr>
          <p:cNvPr id="97" name="TextBox 96"/>
          <p:cNvSpPr txBox="1"/>
          <p:nvPr/>
        </p:nvSpPr>
        <p:spPr>
          <a:xfrm>
            <a:off x="7993365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 xmlns:a="http://schemas.openxmlformats.org/drawingml/2006/main">
        <p:nvSpPr>
          <p:cNvPr id="98" name="TextBox 97"/>
          <p:cNvSpPr txBox="1"/>
          <p:nvPr/>
        </p:nvSpPr>
        <p:spPr>
          <a:xfrm>
            <a:off x="9646897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 xmlns:a="http://schemas.openxmlformats.org/drawingml/2006/main">
        <p:nvSpPr>
          <p:cNvPr id="99" name="Rectangle 98"/>
          <p:cNvSpPr/>
          <p:nvPr/>
        </p:nvSpPr>
        <p:spPr>
          <a:xfrm>
            <a:off x="891540" y="4566971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0" name="TextBox 99"/>
          <p:cNvSpPr txBox="1"/>
          <p:nvPr/>
        </p:nvSpPr>
        <p:spPr>
          <a:xfrm>
            <a:off x="891540" y="4566971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Basmati Rice* · з олією</a:t>
            </a:r>
          </a:p>
        </p:txBody>
      </p:sp>
      <p:sp xmlns:a="http://schemas.openxmlformats.org/drawingml/2006/main">
        <p:nvSpPr>
          <p:cNvPr id="101" name="TextBox 100"/>
          <p:cNvSpPr txBox="1"/>
          <p:nvPr/>
        </p:nvSpPr>
        <p:spPr>
          <a:xfrm>
            <a:off x="4686300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$1,776 / 79,90 ₴</a:t>
            </a:r>
          </a:p>
        </p:txBody>
      </p:sp>
      <p:sp xmlns:a="http://schemas.openxmlformats.org/drawingml/2006/main">
        <p:nvSpPr>
          <p:cNvPr id="102" name="TextBox 101"/>
          <p:cNvSpPr txBox="1"/>
          <p:nvPr/>
        </p:nvSpPr>
        <p:spPr>
          <a:xfrm>
            <a:off x="6339832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$1,564 / 70,38 ₴</a:t>
            </a:r>
          </a:p>
        </p:txBody>
      </p:sp>
      <p:sp xmlns:a="http://schemas.openxmlformats.org/drawingml/2006/main">
        <p:nvSpPr>
          <p:cNvPr id="103" name="TextBox 102"/>
          <p:cNvSpPr txBox="1"/>
          <p:nvPr/>
        </p:nvSpPr>
        <p:spPr>
          <a:xfrm>
            <a:off x="7993365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$1,782 / 80,19 ₴</a:t>
            </a:r>
          </a:p>
        </p:txBody>
      </p:sp>
      <p:sp xmlns:a="http://schemas.openxmlformats.org/drawingml/2006/main">
        <p:nvSpPr>
          <p:cNvPr id="104" name="TextBox 103"/>
          <p:cNvSpPr txBox="1"/>
          <p:nvPr/>
        </p:nvSpPr>
        <p:spPr>
          <a:xfrm>
            <a:off x="9646897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$1,635 / 73,57 ₴</a:t>
            </a:r>
          </a:p>
        </p:txBody>
      </p:sp>
      <p:sp xmlns:a="http://schemas.openxmlformats.org/drawingml/2006/main">
        <p:nvSpPr>
          <p:cNvPr id="105" name="Rectangle 104"/>
          <p:cNvSpPr/>
          <p:nvPr/>
        </p:nvSpPr>
        <p:spPr>
          <a:xfrm>
            <a:off x="891540" y="4964186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6" name="TextBox 105"/>
          <p:cNvSpPr txBox="1"/>
          <p:nvPr/>
        </p:nvSpPr>
        <p:spPr>
          <a:xfrm>
            <a:off x="891540" y="4964186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Long Grain Rice · з олією</a:t>
            </a:r>
          </a:p>
        </p:txBody>
      </p:sp>
      <p:sp xmlns:a="http://schemas.openxmlformats.org/drawingml/2006/main">
        <p:nvSpPr>
          <p:cNvPr id="107" name="TextBox 106"/>
          <p:cNvSpPr txBox="1"/>
          <p:nvPr/>
        </p:nvSpPr>
        <p:spPr>
          <a:xfrm>
            <a:off x="4686300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$1,391 / 62,59 ₴</a:t>
            </a:r>
          </a:p>
        </p:txBody>
      </p:sp>
      <p:sp xmlns:a="http://schemas.openxmlformats.org/drawingml/2006/main">
        <p:nvSpPr>
          <p:cNvPr id="108" name="TextBox 107"/>
          <p:cNvSpPr txBox="1"/>
          <p:nvPr/>
        </p:nvSpPr>
        <p:spPr>
          <a:xfrm>
            <a:off x="6339832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$1,225 / 55,13 ₴</a:t>
            </a:r>
          </a:p>
        </p:txBody>
      </p:sp>
      <p:sp xmlns:a="http://schemas.openxmlformats.org/drawingml/2006/main">
        <p:nvSpPr>
          <p:cNvPr id="109" name="TextBox 108"/>
          <p:cNvSpPr txBox="1"/>
          <p:nvPr/>
        </p:nvSpPr>
        <p:spPr>
          <a:xfrm>
            <a:off x="7993365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$1,396 / 62,82 ₴</a:t>
            </a:r>
          </a:p>
        </p:txBody>
      </p:sp>
      <p:sp xmlns:a="http://schemas.openxmlformats.org/drawingml/2006/main">
        <p:nvSpPr>
          <p:cNvPr id="110" name="TextBox 109"/>
          <p:cNvSpPr txBox="1"/>
          <p:nvPr/>
        </p:nvSpPr>
        <p:spPr>
          <a:xfrm>
            <a:off x="9646897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$1,281 / 57,63 ₴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972ea797b294e9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як виглядає упаковка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144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Два стаканчики по 125 г у картонній обгортці · виробництво під Private Label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1049000" cy="3400425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250 г у споживчій упаковці</a:t>
            </a:r>
            <a:endParaRPr sz="105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33400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Sleeve box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829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Картонна обгортка</a:t>
            </a:r>
            <a:endParaRPr sz="105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Private Label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82930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Друк дизайну замовника</a:t>
            </a:r>
            <a:endParaRPr sz="1050"/>
          </a:p>
        </p:txBody>
      </p:sp>
      <p:pic>
        <p:nvPicPr>
          <p:cNvPr id="51" name="Picture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f59d02eab496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" y="1905000"/>
            <a:ext cx="3238500" cy="2952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52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33d9171989408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29125" y="1971675"/>
            <a:ext cx="3143250" cy="280987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53" name="Picture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0a2bd60bf47f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0" y="2038350"/>
            <a:ext cx="3190875" cy="26670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5BD72AA7-C24E-4F22-8E79-8984695C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Фото постачальника: Double Cup без друку — основа для дизайну нашої торгової марки.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2026-09-05T17:09:19.2590000Z</dcterms:created>
  <dcterms:modified xsi:type="dcterms:W3CDTF">2026-09-05T17:09:19.2590000Z</dcterms:modified>
</coreProperties>
</file>