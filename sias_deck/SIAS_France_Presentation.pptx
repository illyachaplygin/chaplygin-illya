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24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 · ROYE, ФРАНЦІЯ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961327" y="6949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spc="22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·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spc="5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94360" y="1572768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594360" y="230428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RAMYEON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658368" y="3291840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438144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4A4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Локшина швидкого приготування у форматі Bag, вироблена у Франції.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4A4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однієї пачки для трьох обсягів постачання.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50" kern="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SKU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07208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50" kern="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112,5–131 Г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30368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50" kern="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 / КОРОБ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73568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50" kern="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55887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spc="15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50" dirty="0"/>
          </a:p>
        </p:txBody>
      </p:sp>
      <p:pic>
        <p:nvPicPr>
          <p:cNvPr id="15" name="Image 0" descr="/home/user/Chaplygin-Illya/sias_deck/assets/cover_line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2066" y="4572000"/>
            <a:ext cx="10227564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12648" y="102412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12648" y="17922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000" b="1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58368" y="27066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spc="3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3182112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31012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у Roye — європейська площадка корейської групи SIAS, що працює з 1997 року. Лінійку Choi's Ramyeon виробляють тут за оригінальними корейськими рецептурами.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4261104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43799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395728" y="44439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площадка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" y="4754880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48737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4937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харчової безпеки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8368" y="5248656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53675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EXW Roye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95728" y="54315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відвантаження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" y="5742432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5861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395728" y="59253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ввізного мита в Україну · EUR.1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6236208"/>
            <a:ext cx="4114800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2" name="Image 0" descr="/home/user/Chaplygin-Illya/sias_deck/assets/plant_mur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1024128"/>
            <a:ext cx="6089904" cy="4379976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440680" y="5559552"/>
            <a:ext cx="6089904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24" name="Text 21"/>
          <p:cNvSpPr/>
          <p:nvPr/>
        </p:nvSpPr>
        <p:spPr>
          <a:xfrm>
            <a:off x="5440680" y="5669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Hauts-de-France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0454335" y="5650992"/>
            <a:ext cx="140208" cy="274320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6" name="Shape 23"/>
          <p:cNvSpPr/>
          <p:nvPr/>
        </p:nvSpPr>
        <p:spPr>
          <a:xfrm>
            <a:off x="10594543" y="5650992"/>
            <a:ext cx="140208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10734751" y="5650992"/>
            <a:ext cx="140208" cy="274320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28" name="Shape 25"/>
          <p:cNvSpPr/>
          <p:nvPr/>
        </p:nvSpPr>
        <p:spPr>
          <a:xfrm>
            <a:off x="11112703" y="5650992"/>
            <a:ext cx="420624" cy="137160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29" name="Shape 26"/>
          <p:cNvSpPr/>
          <p:nvPr/>
        </p:nvSpPr>
        <p:spPr>
          <a:xfrm>
            <a:off x="11112703" y="5788152"/>
            <a:ext cx="420624" cy="1371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0" name="Text 27"/>
          <p:cNvSpPr/>
          <p:nvPr/>
        </p:nvSpPr>
        <p:spPr>
          <a:xfrm>
            <a:off x="658368" y="643737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1440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898648" y="12618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— по одній палеті на кожен смак.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469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9 600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12848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956816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Shape 16"/>
          <p:cNvSpPr/>
          <p:nvPr/>
        </p:nvSpPr>
        <p:spPr>
          <a:xfrm>
            <a:off x="1956816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20" name="Text 17"/>
          <p:cNvSpPr/>
          <p:nvPr/>
        </p:nvSpPr>
        <p:spPr>
          <a:xfrm>
            <a:off x="2130552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163824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20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25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2"/>
          <p:cNvSpPr/>
          <p:nvPr/>
        </p:nvSpPr>
        <p:spPr>
          <a:xfrm>
            <a:off x="5688482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688482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5688482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688482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0" name="Shape 26"/>
          <p:cNvSpPr/>
          <p:nvPr/>
        </p:nvSpPr>
        <p:spPr>
          <a:xfrm>
            <a:off x="5688482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31" name="Text 27"/>
          <p:cNvSpPr/>
          <p:nvPr/>
        </p:nvSpPr>
        <p:spPr>
          <a:xfrm>
            <a:off x="5862218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6895490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35" name="Text 31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36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2"/>
          <p:cNvSpPr/>
          <p:nvPr/>
        </p:nvSpPr>
        <p:spPr>
          <a:xfrm>
            <a:off x="9420149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3"/>
          <p:cNvSpPr/>
          <p:nvPr/>
        </p:nvSpPr>
        <p:spPr>
          <a:xfrm>
            <a:off x="9420149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4"/>
          <p:cNvSpPr/>
          <p:nvPr/>
        </p:nvSpPr>
        <p:spPr>
          <a:xfrm>
            <a:off x="9420149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9420149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1" name="Shape 36"/>
          <p:cNvSpPr/>
          <p:nvPr/>
        </p:nvSpPr>
        <p:spPr>
          <a:xfrm>
            <a:off x="9420149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42" name="Text 37"/>
          <p:cNvSpPr/>
          <p:nvPr/>
        </p:nvSpPr>
        <p:spPr>
          <a:xfrm>
            <a:off x="9593885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43" name="Text 38"/>
          <p:cNvSpPr/>
          <p:nvPr/>
        </p:nvSpPr>
        <p:spPr>
          <a:xfrm>
            <a:off x="10627157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40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46" name="Text 41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47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2"/>
          <p:cNvSpPr/>
          <p:nvPr/>
        </p:nvSpPr>
        <p:spPr>
          <a:xfrm>
            <a:off x="1956816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3"/>
          <p:cNvSpPr/>
          <p:nvPr/>
        </p:nvSpPr>
        <p:spPr>
          <a:xfrm>
            <a:off x="1956816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4"/>
          <p:cNvSpPr/>
          <p:nvPr/>
        </p:nvSpPr>
        <p:spPr>
          <a:xfrm>
            <a:off x="1956816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2" name="Shape 46"/>
          <p:cNvSpPr/>
          <p:nvPr/>
        </p:nvSpPr>
        <p:spPr>
          <a:xfrm>
            <a:off x="1956816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53" name="Text 47"/>
          <p:cNvSpPr/>
          <p:nvPr/>
        </p:nvSpPr>
        <p:spPr>
          <a:xfrm>
            <a:off x="2130552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63824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1956816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50"/>
          <p:cNvSpPr/>
          <p:nvPr/>
        </p:nvSpPr>
        <p:spPr>
          <a:xfrm>
            <a:off x="1956816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57" name="Text 51"/>
          <p:cNvSpPr/>
          <p:nvPr/>
        </p:nvSpPr>
        <p:spPr>
          <a:xfrm>
            <a:off x="3099816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58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2"/>
          <p:cNvSpPr/>
          <p:nvPr/>
        </p:nvSpPr>
        <p:spPr>
          <a:xfrm>
            <a:off x="5688482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3"/>
          <p:cNvSpPr/>
          <p:nvPr/>
        </p:nvSpPr>
        <p:spPr>
          <a:xfrm>
            <a:off x="5688482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4"/>
          <p:cNvSpPr/>
          <p:nvPr/>
        </p:nvSpPr>
        <p:spPr>
          <a:xfrm>
            <a:off x="5688482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3" name="Shape 56"/>
          <p:cNvSpPr/>
          <p:nvPr/>
        </p:nvSpPr>
        <p:spPr>
          <a:xfrm>
            <a:off x="5688482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64" name="Text 57"/>
          <p:cNvSpPr/>
          <p:nvPr/>
        </p:nvSpPr>
        <p:spPr>
          <a:xfrm>
            <a:off x="5862218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65" name="Text 58"/>
          <p:cNvSpPr/>
          <p:nvPr/>
        </p:nvSpPr>
        <p:spPr>
          <a:xfrm>
            <a:off x="6895490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66" name="Text 59"/>
          <p:cNvSpPr/>
          <p:nvPr/>
        </p:nvSpPr>
        <p:spPr>
          <a:xfrm>
            <a:off x="5688482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60"/>
          <p:cNvSpPr/>
          <p:nvPr/>
        </p:nvSpPr>
        <p:spPr>
          <a:xfrm>
            <a:off x="5688482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68" name="Text 61"/>
          <p:cNvSpPr/>
          <p:nvPr/>
        </p:nvSpPr>
        <p:spPr>
          <a:xfrm>
            <a:off x="6831482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69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2"/>
          <p:cNvSpPr/>
          <p:nvPr/>
        </p:nvSpPr>
        <p:spPr>
          <a:xfrm>
            <a:off x="9420149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420149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4"/>
          <p:cNvSpPr/>
          <p:nvPr/>
        </p:nvSpPr>
        <p:spPr>
          <a:xfrm>
            <a:off x="9420149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5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4" name="Shape 66"/>
          <p:cNvSpPr/>
          <p:nvPr/>
        </p:nvSpPr>
        <p:spPr>
          <a:xfrm>
            <a:off x="9420149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75" name="Text 67"/>
          <p:cNvSpPr/>
          <p:nvPr/>
        </p:nvSpPr>
        <p:spPr>
          <a:xfrm>
            <a:off x="9593885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76" name="Text 68"/>
          <p:cNvSpPr/>
          <p:nvPr/>
        </p:nvSpPr>
        <p:spPr>
          <a:xfrm>
            <a:off x="10627157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7" name="Text 69"/>
          <p:cNvSpPr/>
          <p:nvPr/>
        </p:nvSpPr>
        <p:spPr>
          <a:xfrm>
            <a:off x="9420149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70"/>
          <p:cNvSpPr/>
          <p:nvPr/>
        </p:nvSpPr>
        <p:spPr>
          <a:xfrm>
            <a:off x="9420149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79" name="Text 71"/>
          <p:cNvSpPr/>
          <p:nvPr/>
        </p:nvSpPr>
        <p:spPr>
          <a:xfrm>
            <a:off x="10563149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sp>
        <p:nvSpPr>
          <p:cNvPr id="80" name="Shape 72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81" name="Text 73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1440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898648" y="12618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Робочий обсяг з акцентом на вершкових смаках — Gouda та Carbonara.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469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19 200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12848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956816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Shape 16"/>
          <p:cNvSpPr/>
          <p:nvPr/>
        </p:nvSpPr>
        <p:spPr>
          <a:xfrm>
            <a:off x="1956816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20" name="Text 17"/>
          <p:cNvSpPr/>
          <p:nvPr/>
        </p:nvSpPr>
        <p:spPr>
          <a:xfrm>
            <a:off x="2130552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163824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20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25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2"/>
          <p:cNvSpPr/>
          <p:nvPr/>
        </p:nvSpPr>
        <p:spPr>
          <a:xfrm>
            <a:off x="5688482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688482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5688482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688482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0" name="Shape 26"/>
          <p:cNvSpPr/>
          <p:nvPr/>
        </p:nvSpPr>
        <p:spPr>
          <a:xfrm>
            <a:off x="5688482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31" name="Text 27"/>
          <p:cNvSpPr/>
          <p:nvPr/>
        </p:nvSpPr>
        <p:spPr>
          <a:xfrm>
            <a:off x="5862218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6895490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35" name="Text 31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36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2"/>
          <p:cNvSpPr/>
          <p:nvPr/>
        </p:nvSpPr>
        <p:spPr>
          <a:xfrm>
            <a:off x="9420149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3"/>
          <p:cNvSpPr/>
          <p:nvPr/>
        </p:nvSpPr>
        <p:spPr>
          <a:xfrm>
            <a:off x="9420149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4"/>
          <p:cNvSpPr/>
          <p:nvPr/>
        </p:nvSpPr>
        <p:spPr>
          <a:xfrm>
            <a:off x="9420149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9420149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1" name="Shape 36"/>
          <p:cNvSpPr/>
          <p:nvPr/>
        </p:nvSpPr>
        <p:spPr>
          <a:xfrm>
            <a:off x="9420149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42" name="Text 37"/>
          <p:cNvSpPr/>
          <p:nvPr/>
        </p:nvSpPr>
        <p:spPr>
          <a:xfrm>
            <a:off x="9593885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43" name="Text 38"/>
          <p:cNvSpPr/>
          <p:nvPr/>
        </p:nvSpPr>
        <p:spPr>
          <a:xfrm>
            <a:off x="10627157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40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46" name="Text 41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47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2"/>
          <p:cNvSpPr/>
          <p:nvPr/>
        </p:nvSpPr>
        <p:spPr>
          <a:xfrm>
            <a:off x="1956816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3"/>
          <p:cNvSpPr/>
          <p:nvPr/>
        </p:nvSpPr>
        <p:spPr>
          <a:xfrm>
            <a:off x="1956816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4"/>
          <p:cNvSpPr/>
          <p:nvPr/>
        </p:nvSpPr>
        <p:spPr>
          <a:xfrm>
            <a:off x="1956816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2" name="Shape 46"/>
          <p:cNvSpPr/>
          <p:nvPr/>
        </p:nvSpPr>
        <p:spPr>
          <a:xfrm>
            <a:off x="1956816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53" name="Text 47"/>
          <p:cNvSpPr/>
          <p:nvPr/>
        </p:nvSpPr>
        <p:spPr>
          <a:xfrm>
            <a:off x="2130552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63824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1956816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50"/>
          <p:cNvSpPr/>
          <p:nvPr/>
        </p:nvSpPr>
        <p:spPr>
          <a:xfrm>
            <a:off x="1956816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57" name="Text 51"/>
          <p:cNvSpPr/>
          <p:nvPr/>
        </p:nvSpPr>
        <p:spPr>
          <a:xfrm>
            <a:off x="3099816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58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2"/>
          <p:cNvSpPr/>
          <p:nvPr/>
        </p:nvSpPr>
        <p:spPr>
          <a:xfrm>
            <a:off x="5688482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3"/>
          <p:cNvSpPr/>
          <p:nvPr/>
        </p:nvSpPr>
        <p:spPr>
          <a:xfrm>
            <a:off x="5688482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4"/>
          <p:cNvSpPr/>
          <p:nvPr/>
        </p:nvSpPr>
        <p:spPr>
          <a:xfrm>
            <a:off x="5688482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3" name="Shape 56"/>
          <p:cNvSpPr/>
          <p:nvPr/>
        </p:nvSpPr>
        <p:spPr>
          <a:xfrm>
            <a:off x="5688482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64" name="Text 57"/>
          <p:cNvSpPr/>
          <p:nvPr/>
        </p:nvSpPr>
        <p:spPr>
          <a:xfrm>
            <a:off x="5862218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1150" dirty="0"/>
          </a:p>
        </p:txBody>
      </p:sp>
      <p:sp>
        <p:nvSpPr>
          <p:cNvPr id="65" name="Text 58"/>
          <p:cNvSpPr/>
          <p:nvPr/>
        </p:nvSpPr>
        <p:spPr>
          <a:xfrm>
            <a:off x="6895490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66" name="Text 59"/>
          <p:cNvSpPr/>
          <p:nvPr/>
        </p:nvSpPr>
        <p:spPr>
          <a:xfrm>
            <a:off x="5688482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60"/>
          <p:cNvSpPr/>
          <p:nvPr/>
        </p:nvSpPr>
        <p:spPr>
          <a:xfrm>
            <a:off x="5688482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68" name="Text 61"/>
          <p:cNvSpPr/>
          <p:nvPr/>
        </p:nvSpPr>
        <p:spPr>
          <a:xfrm>
            <a:off x="6831482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69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2"/>
          <p:cNvSpPr/>
          <p:nvPr/>
        </p:nvSpPr>
        <p:spPr>
          <a:xfrm>
            <a:off x="9420149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420149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4"/>
          <p:cNvSpPr/>
          <p:nvPr/>
        </p:nvSpPr>
        <p:spPr>
          <a:xfrm>
            <a:off x="9420149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5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4" name="Shape 66"/>
          <p:cNvSpPr/>
          <p:nvPr/>
        </p:nvSpPr>
        <p:spPr>
          <a:xfrm>
            <a:off x="9420149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75" name="Text 67"/>
          <p:cNvSpPr/>
          <p:nvPr/>
        </p:nvSpPr>
        <p:spPr>
          <a:xfrm>
            <a:off x="9593885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76" name="Text 68"/>
          <p:cNvSpPr/>
          <p:nvPr/>
        </p:nvSpPr>
        <p:spPr>
          <a:xfrm>
            <a:off x="10627157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7" name="Text 69"/>
          <p:cNvSpPr/>
          <p:nvPr/>
        </p:nvSpPr>
        <p:spPr>
          <a:xfrm>
            <a:off x="9420149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70"/>
          <p:cNvSpPr/>
          <p:nvPr/>
        </p:nvSpPr>
        <p:spPr>
          <a:xfrm>
            <a:off x="9420149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79" name="Text 71"/>
          <p:cNvSpPr/>
          <p:nvPr/>
        </p:nvSpPr>
        <p:spPr>
          <a:xfrm>
            <a:off x="10563149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sp>
        <p:nvSpPr>
          <p:cNvPr id="80" name="Shape 72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81" name="Text 73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1440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898648" y="12618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палети · Full Truck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— найнижча собівартість пачки.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469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52 800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10424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12848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956816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Shape 16"/>
          <p:cNvSpPr/>
          <p:nvPr/>
        </p:nvSpPr>
        <p:spPr>
          <a:xfrm>
            <a:off x="1956816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20" name="Text 17"/>
          <p:cNvSpPr/>
          <p:nvPr/>
        </p:nvSpPr>
        <p:spPr>
          <a:xfrm>
            <a:off x="2130552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163824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20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25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2"/>
          <p:cNvSpPr/>
          <p:nvPr/>
        </p:nvSpPr>
        <p:spPr>
          <a:xfrm>
            <a:off x="5688482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688482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5688482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688482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0" name="Shape 26"/>
          <p:cNvSpPr/>
          <p:nvPr/>
        </p:nvSpPr>
        <p:spPr>
          <a:xfrm>
            <a:off x="5688482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31" name="Text 27"/>
          <p:cNvSpPr/>
          <p:nvPr/>
        </p:nvSpPr>
        <p:spPr>
          <a:xfrm>
            <a:off x="5862218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6895490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35" name="Text 31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36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3230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2"/>
          <p:cNvSpPr/>
          <p:nvPr/>
        </p:nvSpPr>
        <p:spPr>
          <a:xfrm>
            <a:off x="9420149" y="244144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3"/>
          <p:cNvSpPr/>
          <p:nvPr/>
        </p:nvSpPr>
        <p:spPr>
          <a:xfrm>
            <a:off x="9420149" y="260604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4"/>
          <p:cNvSpPr/>
          <p:nvPr/>
        </p:nvSpPr>
        <p:spPr>
          <a:xfrm>
            <a:off x="9420149" y="303580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9420149" y="327355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1" name="Shape 36"/>
          <p:cNvSpPr/>
          <p:nvPr/>
        </p:nvSpPr>
        <p:spPr>
          <a:xfrm>
            <a:off x="9420149" y="338328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42" name="Text 37"/>
          <p:cNvSpPr/>
          <p:nvPr/>
        </p:nvSpPr>
        <p:spPr>
          <a:xfrm>
            <a:off x="9593885" y="33284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1150" dirty="0"/>
          </a:p>
        </p:txBody>
      </p:sp>
      <p:sp>
        <p:nvSpPr>
          <p:cNvPr id="43" name="Text 38"/>
          <p:cNvSpPr/>
          <p:nvPr/>
        </p:nvSpPr>
        <p:spPr>
          <a:xfrm>
            <a:off x="10627157" y="336499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6 400 пачок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40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46" name="Text 41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47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2"/>
          <p:cNvSpPr/>
          <p:nvPr/>
        </p:nvSpPr>
        <p:spPr>
          <a:xfrm>
            <a:off x="1956816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3"/>
          <p:cNvSpPr/>
          <p:nvPr/>
        </p:nvSpPr>
        <p:spPr>
          <a:xfrm>
            <a:off x="1956816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4"/>
          <p:cNvSpPr/>
          <p:nvPr/>
        </p:nvSpPr>
        <p:spPr>
          <a:xfrm>
            <a:off x="1956816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2" name="Shape 46"/>
          <p:cNvSpPr/>
          <p:nvPr/>
        </p:nvSpPr>
        <p:spPr>
          <a:xfrm>
            <a:off x="1956816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53" name="Text 47"/>
          <p:cNvSpPr/>
          <p:nvPr/>
        </p:nvSpPr>
        <p:spPr>
          <a:xfrm>
            <a:off x="2130552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63824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1956816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50"/>
          <p:cNvSpPr/>
          <p:nvPr/>
        </p:nvSpPr>
        <p:spPr>
          <a:xfrm>
            <a:off x="1956816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57" name="Text 51"/>
          <p:cNvSpPr/>
          <p:nvPr/>
        </p:nvSpPr>
        <p:spPr>
          <a:xfrm>
            <a:off x="3099816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58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2"/>
          <p:cNvSpPr/>
          <p:nvPr/>
        </p:nvSpPr>
        <p:spPr>
          <a:xfrm>
            <a:off x="5688482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3"/>
          <p:cNvSpPr/>
          <p:nvPr/>
        </p:nvSpPr>
        <p:spPr>
          <a:xfrm>
            <a:off x="5688482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4"/>
          <p:cNvSpPr/>
          <p:nvPr/>
        </p:nvSpPr>
        <p:spPr>
          <a:xfrm>
            <a:off x="5688482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3" name="Shape 56"/>
          <p:cNvSpPr/>
          <p:nvPr/>
        </p:nvSpPr>
        <p:spPr>
          <a:xfrm>
            <a:off x="5688482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64" name="Text 57"/>
          <p:cNvSpPr/>
          <p:nvPr/>
        </p:nvSpPr>
        <p:spPr>
          <a:xfrm>
            <a:off x="5862218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65" name="Text 58"/>
          <p:cNvSpPr/>
          <p:nvPr/>
        </p:nvSpPr>
        <p:spPr>
          <a:xfrm>
            <a:off x="6895490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66" name="Text 59"/>
          <p:cNvSpPr/>
          <p:nvPr/>
        </p:nvSpPr>
        <p:spPr>
          <a:xfrm>
            <a:off x="5688482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60"/>
          <p:cNvSpPr/>
          <p:nvPr/>
        </p:nvSpPr>
        <p:spPr>
          <a:xfrm>
            <a:off x="5688482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68" name="Text 61"/>
          <p:cNvSpPr/>
          <p:nvPr/>
        </p:nvSpPr>
        <p:spPr>
          <a:xfrm>
            <a:off x="6831482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69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9222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2"/>
          <p:cNvSpPr/>
          <p:nvPr/>
        </p:nvSpPr>
        <p:spPr>
          <a:xfrm>
            <a:off x="9420149" y="445312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420149" y="4617720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4"/>
          <p:cNvSpPr/>
          <p:nvPr/>
        </p:nvSpPr>
        <p:spPr>
          <a:xfrm>
            <a:off x="9420149" y="5047488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5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4" name="Shape 66"/>
          <p:cNvSpPr/>
          <p:nvPr/>
        </p:nvSpPr>
        <p:spPr>
          <a:xfrm>
            <a:off x="9420149" y="5394960"/>
            <a:ext cx="82296" cy="82296"/>
          </a:xfrm>
          <a:prstGeom prst="rect">
            <a:avLst/>
          </a:prstGeom>
          <a:solidFill>
            <a:srgbClr val="C4101F"/>
          </a:solidFill>
          <a:ln/>
        </p:spPr>
      </p:sp>
      <p:sp>
        <p:nvSpPr>
          <p:cNvPr id="75" name="Text 67"/>
          <p:cNvSpPr/>
          <p:nvPr/>
        </p:nvSpPr>
        <p:spPr>
          <a:xfrm>
            <a:off x="9593885" y="53400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76" name="Text 68"/>
          <p:cNvSpPr/>
          <p:nvPr/>
        </p:nvSpPr>
        <p:spPr>
          <a:xfrm>
            <a:off x="10627157" y="5376672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77" name="Text 69"/>
          <p:cNvSpPr/>
          <p:nvPr/>
        </p:nvSpPr>
        <p:spPr>
          <a:xfrm>
            <a:off x="9420149" y="565099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70"/>
          <p:cNvSpPr/>
          <p:nvPr/>
        </p:nvSpPr>
        <p:spPr>
          <a:xfrm>
            <a:off x="9420149" y="58155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79" name="Text 71"/>
          <p:cNvSpPr/>
          <p:nvPr/>
        </p:nvSpPr>
        <p:spPr>
          <a:xfrm>
            <a:off x="10563149" y="592531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sp>
        <p:nvSpPr>
          <p:cNvPr id="80" name="Shape 72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81" name="Text 73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РИНОК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12648" y="969264"/>
            <a:ext cx="10881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 представлена продукція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79222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роздрібні мережі та дистриб'ютори, з якими працює SIAS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58368" y="2249424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7" name="Image 0" descr="/home/user/Chaplygin-Illya/sias_deck/assets/logo_w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87168"/>
            <a:ext cx="10874959" cy="37957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643737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2026-08-01T08:34:59Z</dcterms:created>
  <dcterms:modified xsi:type="dcterms:W3CDTF">2026-08-01T08:34:59Z</dcterms:modified>
</cp:coreProperties>
</file>