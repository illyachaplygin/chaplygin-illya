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7692847" y="13716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400" b="1" dirty="0">
                <a:solidFill>
                  <a:srgbClr val="F478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65836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24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 · ROYE, ФРАНЦІЯ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961327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spc="22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·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94360" y="199339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RAMYEON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58368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FFEF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Локшина швидкого приготування у форматі Bag, вироблена у Франції.</a:t>
            </a:r>
            <a:endParaRPr lang="en-US" sz="13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FFEF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однієї пачки для трьох обсягів постачання.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" y="35295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140" kern="0" dirty="0">
                <a:solidFill>
                  <a:srgbClr val="F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SKU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61488" y="35295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140" kern="0" dirty="0">
                <a:solidFill>
                  <a:srgbClr val="F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112,5–131 Г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38928" y="35295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140" kern="0" dirty="0">
                <a:solidFill>
                  <a:srgbClr val="F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 / КОРОБ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90688" y="35295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140" kern="0" dirty="0">
                <a:solidFill>
                  <a:srgbClr val="F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55887" y="35295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b="1" spc="14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00" dirty="0"/>
          </a:p>
        </p:txBody>
      </p:sp>
      <p:pic>
        <p:nvPicPr>
          <p:cNvPr id="14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3749040"/>
            <a:ext cx="12191695" cy="717159"/>
          </a:xfrm>
          <a:prstGeom prst="rect">
            <a:avLst/>
          </a:prstGeom>
        </p:spPr>
      </p:pic>
      <p:pic>
        <p:nvPicPr>
          <p:cNvPr id="15" name="Image 1" descr="/home/user/Chaplygin-Illya/sias_deck/assets/cover_lineu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2066" y="4572000"/>
            <a:ext cx="10227564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72768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8607247" y="6400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478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21792" y="658368"/>
            <a:ext cx="8595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 · Roye</a:t>
            </a:r>
            <a:endParaRPr lang="en-US" sz="3600" dirty="0"/>
          </a:p>
        </p:txBody>
      </p:sp>
      <p:pic>
        <p:nvPicPr>
          <p:cNvPr id="6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89888"/>
            <a:ext cx="12191695" cy="7171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spc="30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" y="272491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у Roye — європейська площадка корейської групи SIAS, що працює з 1997 року. Лінійку Choi's Ramyeon виробляють тут за оригінальними корейськими рецептурами.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58368" y="3675888"/>
            <a:ext cx="5029200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" y="37947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2670048" y="38587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площадка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368" y="4187952"/>
            <a:ext cx="5029200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" y="430682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670048" y="43708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харчової безпеки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58368" y="4700016"/>
            <a:ext cx="5029200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48188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EXW Roye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2670048" y="488289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відвантаження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" y="5212080"/>
            <a:ext cx="5029200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" y="53309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D23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670048" y="53949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ввізного мита в Україну · EUR.1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8368" y="5724144"/>
            <a:ext cx="5029200" cy="8230"/>
          </a:xfrm>
          <a:prstGeom prst="rect">
            <a:avLst/>
          </a:prstGeom>
          <a:solidFill>
            <a:srgbClr val="E2D6C6"/>
          </a:solidFill>
          <a:ln/>
        </p:spPr>
      </p:sp>
      <p:pic>
        <p:nvPicPr>
          <p:cNvPr id="22" name="Image 1" descr="/home/user/Chaplygin-Illya/sias_deck/assets/plant_mur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53328" y="2304288"/>
            <a:ext cx="5479999" cy="3936781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053328" y="6369085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Hauts-de-France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540496" y="6350797"/>
            <a:ext cx="140208" cy="274320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0704" y="6350797"/>
            <a:ext cx="140208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2"/>
          <p:cNvSpPr/>
          <p:nvPr/>
        </p:nvSpPr>
        <p:spPr>
          <a:xfrm>
            <a:off x="8820912" y="6350797"/>
            <a:ext cx="140208" cy="274320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27" name="Shape 23"/>
          <p:cNvSpPr/>
          <p:nvPr/>
        </p:nvSpPr>
        <p:spPr>
          <a:xfrm>
            <a:off x="9070848" y="6350797"/>
            <a:ext cx="420624" cy="137160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28" name="Shape 24"/>
          <p:cNvSpPr/>
          <p:nvPr/>
        </p:nvSpPr>
        <p:spPr>
          <a:xfrm>
            <a:off x="9070848" y="6487957"/>
            <a:ext cx="420624" cy="1371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9" name="Text 25"/>
          <p:cNvSpPr/>
          <p:nvPr/>
        </p:nvSpPr>
        <p:spPr>
          <a:xfrm>
            <a:off x="658368" y="64556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10710367" y="63093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E7DB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10512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657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60350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61488" y="914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264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F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— по одній палеті на кожен смак.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469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9 600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pic>
        <p:nvPicPr>
          <p:cNvPr id="13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627632"/>
            <a:ext cx="12191695" cy="717159"/>
          </a:xfrm>
          <a:prstGeom prst="rect">
            <a:avLst/>
          </a:prstGeom>
        </p:spPr>
      </p:pic>
      <p:pic>
        <p:nvPicPr>
          <p:cNvPr id="14" name="Image 1" descr="/home/user/Chaplygin-Illya/sias_deck/packs/gou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1956816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1956816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1956816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1956816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9" name="Shape 15"/>
          <p:cNvSpPr/>
          <p:nvPr/>
        </p:nvSpPr>
        <p:spPr>
          <a:xfrm>
            <a:off x="1956816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20" name="Text 16"/>
          <p:cNvSpPr/>
          <p:nvPr/>
        </p:nvSpPr>
        <p:spPr>
          <a:xfrm>
            <a:off x="2130552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3163824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956816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19"/>
          <p:cNvSpPr/>
          <p:nvPr/>
        </p:nvSpPr>
        <p:spPr>
          <a:xfrm>
            <a:off x="1956816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24" name="Text 20"/>
          <p:cNvSpPr/>
          <p:nvPr/>
        </p:nvSpPr>
        <p:spPr>
          <a:xfrm>
            <a:off x="3099816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25" name="Image 2" descr="/home/user/Chaplygin-Illya/sias_deck/packs/carbonar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0034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5688482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2"/>
          <p:cNvSpPr/>
          <p:nvPr/>
        </p:nvSpPr>
        <p:spPr>
          <a:xfrm>
            <a:off x="5688482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5688482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5688482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30" name="Shape 25"/>
          <p:cNvSpPr/>
          <p:nvPr/>
        </p:nvSpPr>
        <p:spPr>
          <a:xfrm>
            <a:off x="5688482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1" name="Text 26"/>
          <p:cNvSpPr/>
          <p:nvPr/>
        </p:nvSpPr>
        <p:spPr>
          <a:xfrm>
            <a:off x="5862218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6895490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688482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29"/>
          <p:cNvSpPr/>
          <p:nvPr/>
        </p:nvSpPr>
        <p:spPr>
          <a:xfrm>
            <a:off x="5688482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35" name="Text 30"/>
          <p:cNvSpPr/>
          <p:nvPr/>
        </p:nvSpPr>
        <p:spPr>
          <a:xfrm>
            <a:off x="6831482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36" name="Image 3" descr="/home/user/Chaplygin-Illya/sias_deck/packs/vegetabl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1701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1"/>
          <p:cNvSpPr/>
          <p:nvPr/>
        </p:nvSpPr>
        <p:spPr>
          <a:xfrm>
            <a:off x="9420149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2"/>
          <p:cNvSpPr/>
          <p:nvPr/>
        </p:nvSpPr>
        <p:spPr>
          <a:xfrm>
            <a:off x="9420149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3"/>
          <p:cNvSpPr/>
          <p:nvPr/>
        </p:nvSpPr>
        <p:spPr>
          <a:xfrm>
            <a:off x="9420149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9420149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41" name="Shape 35"/>
          <p:cNvSpPr/>
          <p:nvPr/>
        </p:nvSpPr>
        <p:spPr>
          <a:xfrm>
            <a:off x="9420149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42" name="Text 36"/>
          <p:cNvSpPr/>
          <p:nvPr/>
        </p:nvSpPr>
        <p:spPr>
          <a:xfrm>
            <a:off x="9593885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43" name="Text 37"/>
          <p:cNvSpPr/>
          <p:nvPr/>
        </p:nvSpPr>
        <p:spPr>
          <a:xfrm>
            <a:off x="10627157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4" name="Text 38"/>
          <p:cNvSpPr/>
          <p:nvPr/>
        </p:nvSpPr>
        <p:spPr>
          <a:xfrm>
            <a:off x="9420149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39"/>
          <p:cNvSpPr/>
          <p:nvPr/>
        </p:nvSpPr>
        <p:spPr>
          <a:xfrm>
            <a:off x="9420149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46" name="Text 40"/>
          <p:cNvSpPr/>
          <p:nvPr/>
        </p:nvSpPr>
        <p:spPr>
          <a:xfrm>
            <a:off x="10563149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47" name="Image 4" descr="/home/user/Chaplygin-Illya/sias_deck/packs/spic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368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1"/>
          <p:cNvSpPr/>
          <p:nvPr/>
        </p:nvSpPr>
        <p:spPr>
          <a:xfrm>
            <a:off x="1956816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2"/>
          <p:cNvSpPr/>
          <p:nvPr/>
        </p:nvSpPr>
        <p:spPr>
          <a:xfrm>
            <a:off x="1956816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3"/>
          <p:cNvSpPr/>
          <p:nvPr/>
        </p:nvSpPr>
        <p:spPr>
          <a:xfrm>
            <a:off x="1956816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4"/>
          <p:cNvSpPr/>
          <p:nvPr/>
        </p:nvSpPr>
        <p:spPr>
          <a:xfrm>
            <a:off x="1956816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52" name="Shape 45"/>
          <p:cNvSpPr/>
          <p:nvPr/>
        </p:nvSpPr>
        <p:spPr>
          <a:xfrm>
            <a:off x="1956816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53" name="Text 46"/>
          <p:cNvSpPr/>
          <p:nvPr/>
        </p:nvSpPr>
        <p:spPr>
          <a:xfrm>
            <a:off x="2130552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54" name="Text 47"/>
          <p:cNvSpPr/>
          <p:nvPr/>
        </p:nvSpPr>
        <p:spPr>
          <a:xfrm>
            <a:off x="3163824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1956816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49"/>
          <p:cNvSpPr/>
          <p:nvPr/>
        </p:nvSpPr>
        <p:spPr>
          <a:xfrm>
            <a:off x="1956816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57" name="Text 50"/>
          <p:cNvSpPr/>
          <p:nvPr/>
        </p:nvSpPr>
        <p:spPr>
          <a:xfrm>
            <a:off x="3099816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58" name="Image 5" descr="/home/user/Chaplygin-Illya/sias_deck/packs/beef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90034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1"/>
          <p:cNvSpPr/>
          <p:nvPr/>
        </p:nvSpPr>
        <p:spPr>
          <a:xfrm>
            <a:off x="5688482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2"/>
          <p:cNvSpPr/>
          <p:nvPr/>
        </p:nvSpPr>
        <p:spPr>
          <a:xfrm>
            <a:off x="5688482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5688482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5688482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63" name="Shape 55"/>
          <p:cNvSpPr/>
          <p:nvPr/>
        </p:nvSpPr>
        <p:spPr>
          <a:xfrm>
            <a:off x="5688482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64" name="Text 56"/>
          <p:cNvSpPr/>
          <p:nvPr/>
        </p:nvSpPr>
        <p:spPr>
          <a:xfrm>
            <a:off x="5862218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65" name="Text 57"/>
          <p:cNvSpPr/>
          <p:nvPr/>
        </p:nvSpPr>
        <p:spPr>
          <a:xfrm>
            <a:off x="6895490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66" name="Text 58"/>
          <p:cNvSpPr/>
          <p:nvPr/>
        </p:nvSpPr>
        <p:spPr>
          <a:xfrm>
            <a:off x="5688482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59"/>
          <p:cNvSpPr/>
          <p:nvPr/>
        </p:nvSpPr>
        <p:spPr>
          <a:xfrm>
            <a:off x="5688482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68" name="Text 60"/>
          <p:cNvSpPr/>
          <p:nvPr/>
        </p:nvSpPr>
        <p:spPr>
          <a:xfrm>
            <a:off x="6831482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69" name="Image 6" descr="/home/user/Chaplygin-Illya/sias_deck/packs/chicken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1701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1"/>
          <p:cNvSpPr/>
          <p:nvPr/>
        </p:nvSpPr>
        <p:spPr>
          <a:xfrm>
            <a:off x="9420149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2"/>
          <p:cNvSpPr/>
          <p:nvPr/>
        </p:nvSpPr>
        <p:spPr>
          <a:xfrm>
            <a:off x="9420149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3"/>
          <p:cNvSpPr/>
          <p:nvPr/>
        </p:nvSpPr>
        <p:spPr>
          <a:xfrm>
            <a:off x="9420149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9420149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74" name="Shape 65"/>
          <p:cNvSpPr/>
          <p:nvPr/>
        </p:nvSpPr>
        <p:spPr>
          <a:xfrm>
            <a:off x="9420149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75" name="Text 66"/>
          <p:cNvSpPr/>
          <p:nvPr/>
        </p:nvSpPr>
        <p:spPr>
          <a:xfrm>
            <a:off x="9593885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76" name="Text 67"/>
          <p:cNvSpPr/>
          <p:nvPr/>
        </p:nvSpPr>
        <p:spPr>
          <a:xfrm>
            <a:off x="10627157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7" name="Text 68"/>
          <p:cNvSpPr/>
          <p:nvPr/>
        </p:nvSpPr>
        <p:spPr>
          <a:xfrm>
            <a:off x="9420149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69"/>
          <p:cNvSpPr/>
          <p:nvPr/>
        </p:nvSpPr>
        <p:spPr>
          <a:xfrm>
            <a:off x="9420149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79" name="Text 70"/>
          <p:cNvSpPr/>
          <p:nvPr/>
        </p:nvSpPr>
        <p:spPr>
          <a:xfrm>
            <a:off x="10563149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sp>
        <p:nvSpPr>
          <p:cNvPr id="80" name="Shape 71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81" name="Text 72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3"/>
          <p:cNvSpPr/>
          <p:nvPr/>
        </p:nvSpPr>
        <p:spPr>
          <a:xfrm>
            <a:off x="10710367" y="63093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E7DB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10512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657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60350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61488" y="914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264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F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Робочий обсяг з акцентом на вершкових смаках — Gouda та Carbonara.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469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19 200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pic>
        <p:nvPicPr>
          <p:cNvPr id="13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627632"/>
            <a:ext cx="12191695" cy="717159"/>
          </a:xfrm>
          <a:prstGeom prst="rect">
            <a:avLst/>
          </a:prstGeom>
        </p:spPr>
      </p:pic>
      <p:pic>
        <p:nvPicPr>
          <p:cNvPr id="14" name="Image 1" descr="/home/user/Chaplygin-Illya/sias_deck/packs/gou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1956816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1956816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1956816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1956816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9" name="Shape 15"/>
          <p:cNvSpPr/>
          <p:nvPr/>
        </p:nvSpPr>
        <p:spPr>
          <a:xfrm>
            <a:off x="1956816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20" name="Text 16"/>
          <p:cNvSpPr/>
          <p:nvPr/>
        </p:nvSpPr>
        <p:spPr>
          <a:xfrm>
            <a:off x="2130552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3163824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956816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19"/>
          <p:cNvSpPr/>
          <p:nvPr/>
        </p:nvSpPr>
        <p:spPr>
          <a:xfrm>
            <a:off x="1956816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24" name="Text 20"/>
          <p:cNvSpPr/>
          <p:nvPr/>
        </p:nvSpPr>
        <p:spPr>
          <a:xfrm>
            <a:off x="3099816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25" name="Image 2" descr="/home/user/Chaplygin-Illya/sias_deck/packs/carbonar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0034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5688482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2"/>
          <p:cNvSpPr/>
          <p:nvPr/>
        </p:nvSpPr>
        <p:spPr>
          <a:xfrm>
            <a:off x="5688482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5688482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5688482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30" name="Shape 25"/>
          <p:cNvSpPr/>
          <p:nvPr/>
        </p:nvSpPr>
        <p:spPr>
          <a:xfrm>
            <a:off x="5688482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1" name="Text 26"/>
          <p:cNvSpPr/>
          <p:nvPr/>
        </p:nvSpPr>
        <p:spPr>
          <a:xfrm>
            <a:off x="5862218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6895490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688482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29"/>
          <p:cNvSpPr/>
          <p:nvPr/>
        </p:nvSpPr>
        <p:spPr>
          <a:xfrm>
            <a:off x="5688482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35" name="Text 30"/>
          <p:cNvSpPr/>
          <p:nvPr/>
        </p:nvSpPr>
        <p:spPr>
          <a:xfrm>
            <a:off x="6831482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36" name="Image 3" descr="/home/user/Chaplygin-Illya/sias_deck/packs/vegetabl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1701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1"/>
          <p:cNvSpPr/>
          <p:nvPr/>
        </p:nvSpPr>
        <p:spPr>
          <a:xfrm>
            <a:off x="9420149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2"/>
          <p:cNvSpPr/>
          <p:nvPr/>
        </p:nvSpPr>
        <p:spPr>
          <a:xfrm>
            <a:off x="9420149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3"/>
          <p:cNvSpPr/>
          <p:nvPr/>
        </p:nvSpPr>
        <p:spPr>
          <a:xfrm>
            <a:off x="9420149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9420149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41" name="Shape 35"/>
          <p:cNvSpPr/>
          <p:nvPr/>
        </p:nvSpPr>
        <p:spPr>
          <a:xfrm>
            <a:off x="9420149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42" name="Text 36"/>
          <p:cNvSpPr/>
          <p:nvPr/>
        </p:nvSpPr>
        <p:spPr>
          <a:xfrm>
            <a:off x="9593885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43" name="Text 37"/>
          <p:cNvSpPr/>
          <p:nvPr/>
        </p:nvSpPr>
        <p:spPr>
          <a:xfrm>
            <a:off x="10627157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4" name="Text 38"/>
          <p:cNvSpPr/>
          <p:nvPr/>
        </p:nvSpPr>
        <p:spPr>
          <a:xfrm>
            <a:off x="9420149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39"/>
          <p:cNvSpPr/>
          <p:nvPr/>
        </p:nvSpPr>
        <p:spPr>
          <a:xfrm>
            <a:off x="9420149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46" name="Text 40"/>
          <p:cNvSpPr/>
          <p:nvPr/>
        </p:nvSpPr>
        <p:spPr>
          <a:xfrm>
            <a:off x="10563149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47" name="Image 4" descr="/home/user/Chaplygin-Illya/sias_deck/packs/spic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368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1"/>
          <p:cNvSpPr/>
          <p:nvPr/>
        </p:nvSpPr>
        <p:spPr>
          <a:xfrm>
            <a:off x="1956816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2"/>
          <p:cNvSpPr/>
          <p:nvPr/>
        </p:nvSpPr>
        <p:spPr>
          <a:xfrm>
            <a:off x="1956816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3"/>
          <p:cNvSpPr/>
          <p:nvPr/>
        </p:nvSpPr>
        <p:spPr>
          <a:xfrm>
            <a:off x="1956816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4"/>
          <p:cNvSpPr/>
          <p:nvPr/>
        </p:nvSpPr>
        <p:spPr>
          <a:xfrm>
            <a:off x="1956816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52" name="Shape 45"/>
          <p:cNvSpPr/>
          <p:nvPr/>
        </p:nvSpPr>
        <p:spPr>
          <a:xfrm>
            <a:off x="1956816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53" name="Text 46"/>
          <p:cNvSpPr/>
          <p:nvPr/>
        </p:nvSpPr>
        <p:spPr>
          <a:xfrm>
            <a:off x="2130552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1150" dirty="0"/>
          </a:p>
        </p:txBody>
      </p:sp>
      <p:sp>
        <p:nvSpPr>
          <p:cNvPr id="54" name="Text 47"/>
          <p:cNvSpPr/>
          <p:nvPr/>
        </p:nvSpPr>
        <p:spPr>
          <a:xfrm>
            <a:off x="3163824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1956816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49"/>
          <p:cNvSpPr/>
          <p:nvPr/>
        </p:nvSpPr>
        <p:spPr>
          <a:xfrm>
            <a:off x="1956816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57" name="Text 50"/>
          <p:cNvSpPr/>
          <p:nvPr/>
        </p:nvSpPr>
        <p:spPr>
          <a:xfrm>
            <a:off x="3099816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58" name="Image 5" descr="/home/user/Chaplygin-Illya/sias_deck/packs/beef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90034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1"/>
          <p:cNvSpPr/>
          <p:nvPr/>
        </p:nvSpPr>
        <p:spPr>
          <a:xfrm>
            <a:off x="5688482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2"/>
          <p:cNvSpPr/>
          <p:nvPr/>
        </p:nvSpPr>
        <p:spPr>
          <a:xfrm>
            <a:off x="5688482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5688482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5688482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63" name="Shape 55"/>
          <p:cNvSpPr/>
          <p:nvPr/>
        </p:nvSpPr>
        <p:spPr>
          <a:xfrm>
            <a:off x="5688482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64" name="Text 56"/>
          <p:cNvSpPr/>
          <p:nvPr/>
        </p:nvSpPr>
        <p:spPr>
          <a:xfrm>
            <a:off x="5862218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1150" dirty="0"/>
          </a:p>
        </p:txBody>
      </p:sp>
      <p:sp>
        <p:nvSpPr>
          <p:cNvPr id="65" name="Text 57"/>
          <p:cNvSpPr/>
          <p:nvPr/>
        </p:nvSpPr>
        <p:spPr>
          <a:xfrm>
            <a:off x="6895490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66" name="Text 58"/>
          <p:cNvSpPr/>
          <p:nvPr/>
        </p:nvSpPr>
        <p:spPr>
          <a:xfrm>
            <a:off x="5688482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59"/>
          <p:cNvSpPr/>
          <p:nvPr/>
        </p:nvSpPr>
        <p:spPr>
          <a:xfrm>
            <a:off x="5688482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68" name="Text 60"/>
          <p:cNvSpPr/>
          <p:nvPr/>
        </p:nvSpPr>
        <p:spPr>
          <a:xfrm>
            <a:off x="6831482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69" name="Image 6" descr="/home/user/Chaplygin-Illya/sias_deck/packs/chicken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1701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1"/>
          <p:cNvSpPr/>
          <p:nvPr/>
        </p:nvSpPr>
        <p:spPr>
          <a:xfrm>
            <a:off x="9420149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2"/>
          <p:cNvSpPr/>
          <p:nvPr/>
        </p:nvSpPr>
        <p:spPr>
          <a:xfrm>
            <a:off x="9420149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3"/>
          <p:cNvSpPr/>
          <p:nvPr/>
        </p:nvSpPr>
        <p:spPr>
          <a:xfrm>
            <a:off x="9420149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9420149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74" name="Shape 65"/>
          <p:cNvSpPr/>
          <p:nvPr/>
        </p:nvSpPr>
        <p:spPr>
          <a:xfrm>
            <a:off x="9420149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75" name="Text 66"/>
          <p:cNvSpPr/>
          <p:nvPr/>
        </p:nvSpPr>
        <p:spPr>
          <a:xfrm>
            <a:off x="9593885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1150" dirty="0"/>
          </a:p>
        </p:txBody>
      </p:sp>
      <p:sp>
        <p:nvSpPr>
          <p:cNvPr id="76" name="Text 67"/>
          <p:cNvSpPr/>
          <p:nvPr/>
        </p:nvSpPr>
        <p:spPr>
          <a:xfrm>
            <a:off x="10627157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7" name="Text 68"/>
          <p:cNvSpPr/>
          <p:nvPr/>
        </p:nvSpPr>
        <p:spPr>
          <a:xfrm>
            <a:off x="9420149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69"/>
          <p:cNvSpPr/>
          <p:nvPr/>
        </p:nvSpPr>
        <p:spPr>
          <a:xfrm>
            <a:off x="9420149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79" name="Text 70"/>
          <p:cNvSpPr/>
          <p:nvPr/>
        </p:nvSpPr>
        <p:spPr>
          <a:xfrm>
            <a:off x="10563149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sp>
        <p:nvSpPr>
          <p:cNvPr id="80" name="Shape 71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81" name="Text 72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3"/>
          <p:cNvSpPr/>
          <p:nvPr/>
        </p:nvSpPr>
        <p:spPr>
          <a:xfrm>
            <a:off x="10710367" y="63093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E7DB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10512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657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ПОСТАЧАННЯ · 03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60350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61488" y="914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палети · Full Truck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264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F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— найнижча собівартість пачки.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469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69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757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52 800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8757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04527" y="658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DB9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04527" y="10972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FB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pic>
        <p:nvPicPr>
          <p:cNvPr id="13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627632"/>
            <a:ext cx="12191695" cy="717159"/>
          </a:xfrm>
          <a:prstGeom prst="rect">
            <a:avLst/>
          </a:prstGeom>
        </p:spPr>
      </p:pic>
      <p:pic>
        <p:nvPicPr>
          <p:cNvPr id="14" name="Image 1" descr="/home/user/Chaplygin-Illya/sias_deck/packs/gou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1956816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1956816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1956816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1956816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19" name="Shape 15"/>
          <p:cNvSpPr/>
          <p:nvPr/>
        </p:nvSpPr>
        <p:spPr>
          <a:xfrm>
            <a:off x="1956816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20" name="Text 16"/>
          <p:cNvSpPr/>
          <p:nvPr/>
        </p:nvSpPr>
        <p:spPr>
          <a:xfrm>
            <a:off x="2130552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3163824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956816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3" name="Text 19"/>
          <p:cNvSpPr/>
          <p:nvPr/>
        </p:nvSpPr>
        <p:spPr>
          <a:xfrm>
            <a:off x="1956816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24" name="Text 20"/>
          <p:cNvSpPr/>
          <p:nvPr/>
        </p:nvSpPr>
        <p:spPr>
          <a:xfrm>
            <a:off x="3099816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25" name="Image 2" descr="/home/user/Chaplygin-Illya/sias_deck/packs/carbonar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0034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5688482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7" name="Text 22"/>
          <p:cNvSpPr/>
          <p:nvPr/>
        </p:nvSpPr>
        <p:spPr>
          <a:xfrm>
            <a:off x="5688482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5688482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5688482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30" name="Shape 25"/>
          <p:cNvSpPr/>
          <p:nvPr/>
        </p:nvSpPr>
        <p:spPr>
          <a:xfrm>
            <a:off x="5688482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1" name="Text 26"/>
          <p:cNvSpPr/>
          <p:nvPr/>
        </p:nvSpPr>
        <p:spPr>
          <a:xfrm>
            <a:off x="5862218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6895490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688482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4" name="Text 29"/>
          <p:cNvSpPr/>
          <p:nvPr/>
        </p:nvSpPr>
        <p:spPr>
          <a:xfrm>
            <a:off x="5688482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35" name="Text 30"/>
          <p:cNvSpPr/>
          <p:nvPr/>
        </p:nvSpPr>
        <p:spPr>
          <a:xfrm>
            <a:off x="6831482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36" name="Image 3" descr="/home/user/Chaplygin-Illya/sias_deck/packs/vegetabl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1701" y="246888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37" name="Text 31"/>
          <p:cNvSpPr/>
          <p:nvPr/>
        </p:nvSpPr>
        <p:spPr>
          <a:xfrm>
            <a:off x="9420149" y="247802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8" name="Text 32"/>
          <p:cNvSpPr/>
          <p:nvPr/>
        </p:nvSpPr>
        <p:spPr>
          <a:xfrm>
            <a:off x="9420149" y="264261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9" name="Text 33"/>
          <p:cNvSpPr/>
          <p:nvPr/>
        </p:nvSpPr>
        <p:spPr>
          <a:xfrm>
            <a:off x="9420149" y="307238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9420149" y="331012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41" name="Shape 35"/>
          <p:cNvSpPr/>
          <p:nvPr/>
        </p:nvSpPr>
        <p:spPr>
          <a:xfrm>
            <a:off x="9420149" y="341985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42" name="Text 36"/>
          <p:cNvSpPr/>
          <p:nvPr/>
        </p:nvSpPr>
        <p:spPr>
          <a:xfrm>
            <a:off x="9593885" y="3364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1150" dirty="0"/>
          </a:p>
        </p:txBody>
      </p:sp>
      <p:sp>
        <p:nvSpPr>
          <p:cNvPr id="43" name="Text 37"/>
          <p:cNvSpPr/>
          <p:nvPr/>
        </p:nvSpPr>
        <p:spPr>
          <a:xfrm>
            <a:off x="10627157" y="340156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6 400 пачок</a:t>
            </a:r>
            <a:endParaRPr lang="en-US" sz="850" dirty="0"/>
          </a:p>
        </p:txBody>
      </p:sp>
      <p:sp>
        <p:nvSpPr>
          <p:cNvPr id="44" name="Text 38"/>
          <p:cNvSpPr/>
          <p:nvPr/>
        </p:nvSpPr>
        <p:spPr>
          <a:xfrm>
            <a:off x="9420149" y="367588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5" name="Text 39"/>
          <p:cNvSpPr/>
          <p:nvPr/>
        </p:nvSpPr>
        <p:spPr>
          <a:xfrm>
            <a:off x="9420149" y="38404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46" name="Text 40"/>
          <p:cNvSpPr/>
          <p:nvPr/>
        </p:nvSpPr>
        <p:spPr>
          <a:xfrm>
            <a:off x="10563149" y="395020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47" name="Image 4" descr="/home/user/Chaplygin-Illya/sias_deck/packs/spic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368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48" name="Text 41"/>
          <p:cNvSpPr/>
          <p:nvPr/>
        </p:nvSpPr>
        <p:spPr>
          <a:xfrm>
            <a:off x="1956816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9" name="Text 42"/>
          <p:cNvSpPr/>
          <p:nvPr/>
        </p:nvSpPr>
        <p:spPr>
          <a:xfrm>
            <a:off x="1956816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50" name="Text 43"/>
          <p:cNvSpPr/>
          <p:nvPr/>
        </p:nvSpPr>
        <p:spPr>
          <a:xfrm>
            <a:off x="1956816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50" dirty="0"/>
          </a:p>
        </p:txBody>
      </p:sp>
      <p:sp>
        <p:nvSpPr>
          <p:cNvPr id="51" name="Shape 44"/>
          <p:cNvSpPr/>
          <p:nvPr/>
        </p:nvSpPr>
        <p:spPr>
          <a:xfrm>
            <a:off x="1956816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52" name="Shape 45"/>
          <p:cNvSpPr/>
          <p:nvPr/>
        </p:nvSpPr>
        <p:spPr>
          <a:xfrm>
            <a:off x="1956816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53" name="Text 46"/>
          <p:cNvSpPr/>
          <p:nvPr/>
        </p:nvSpPr>
        <p:spPr>
          <a:xfrm>
            <a:off x="2130552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54" name="Text 47"/>
          <p:cNvSpPr/>
          <p:nvPr/>
        </p:nvSpPr>
        <p:spPr>
          <a:xfrm>
            <a:off x="3163824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1956816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6" name="Text 49"/>
          <p:cNvSpPr/>
          <p:nvPr/>
        </p:nvSpPr>
        <p:spPr>
          <a:xfrm>
            <a:off x="1956816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57" name="Text 50"/>
          <p:cNvSpPr/>
          <p:nvPr/>
        </p:nvSpPr>
        <p:spPr>
          <a:xfrm>
            <a:off x="3099816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58" name="Image 5" descr="/home/user/Chaplygin-Illya/sias_deck/packs/beef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90034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59" name="Text 51"/>
          <p:cNvSpPr/>
          <p:nvPr/>
        </p:nvSpPr>
        <p:spPr>
          <a:xfrm>
            <a:off x="5688482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0" name="Text 52"/>
          <p:cNvSpPr/>
          <p:nvPr/>
        </p:nvSpPr>
        <p:spPr>
          <a:xfrm>
            <a:off x="5688482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5688482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5688482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63" name="Shape 55"/>
          <p:cNvSpPr/>
          <p:nvPr/>
        </p:nvSpPr>
        <p:spPr>
          <a:xfrm>
            <a:off x="5688482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64" name="Text 56"/>
          <p:cNvSpPr/>
          <p:nvPr/>
        </p:nvSpPr>
        <p:spPr>
          <a:xfrm>
            <a:off x="5862218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65" name="Text 57"/>
          <p:cNvSpPr/>
          <p:nvPr/>
        </p:nvSpPr>
        <p:spPr>
          <a:xfrm>
            <a:off x="6895490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66" name="Text 58"/>
          <p:cNvSpPr/>
          <p:nvPr/>
        </p:nvSpPr>
        <p:spPr>
          <a:xfrm>
            <a:off x="5688482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7" name="Text 59"/>
          <p:cNvSpPr/>
          <p:nvPr/>
        </p:nvSpPr>
        <p:spPr>
          <a:xfrm>
            <a:off x="5688482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68" name="Text 60"/>
          <p:cNvSpPr/>
          <p:nvPr/>
        </p:nvSpPr>
        <p:spPr>
          <a:xfrm>
            <a:off x="6831482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69" name="Image 6" descr="/home/user/Chaplygin-Illya/sias_deck/packs/chicken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1701" y="4480560"/>
            <a:ext cx="1170432" cy="1810512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3C2E20">
                <a:alpha val="22000"/>
              </a:srgbClr>
            </a:outerShdw>
          </a:effectLst>
        </p:spPr>
      </p:pic>
      <p:sp>
        <p:nvSpPr>
          <p:cNvPr id="70" name="Text 61"/>
          <p:cNvSpPr/>
          <p:nvPr/>
        </p:nvSpPr>
        <p:spPr>
          <a:xfrm>
            <a:off x="9420149" y="4489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71" name="Text 62"/>
          <p:cNvSpPr/>
          <p:nvPr/>
        </p:nvSpPr>
        <p:spPr>
          <a:xfrm>
            <a:off x="9420149" y="4654296"/>
            <a:ext cx="21131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72" name="Text 63"/>
          <p:cNvSpPr/>
          <p:nvPr/>
        </p:nvSpPr>
        <p:spPr>
          <a:xfrm>
            <a:off x="9420149" y="5084064"/>
            <a:ext cx="2113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spc="60" kern="0" dirty="0">
                <a:solidFill>
                  <a:srgbClr val="D235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9420149" y="5321808"/>
            <a:ext cx="2040026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74" name="Shape 65"/>
          <p:cNvSpPr/>
          <p:nvPr/>
        </p:nvSpPr>
        <p:spPr>
          <a:xfrm>
            <a:off x="9420149" y="5431536"/>
            <a:ext cx="82296" cy="82296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75" name="Text 66"/>
          <p:cNvSpPr/>
          <p:nvPr/>
        </p:nvSpPr>
        <p:spPr>
          <a:xfrm>
            <a:off x="9593885" y="537667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1150" dirty="0"/>
          </a:p>
        </p:txBody>
      </p:sp>
      <p:sp>
        <p:nvSpPr>
          <p:cNvPr id="76" name="Text 67"/>
          <p:cNvSpPr/>
          <p:nvPr/>
        </p:nvSpPr>
        <p:spPr>
          <a:xfrm>
            <a:off x="10627157" y="5413248"/>
            <a:ext cx="833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77" name="Text 68"/>
          <p:cNvSpPr/>
          <p:nvPr/>
        </p:nvSpPr>
        <p:spPr>
          <a:xfrm>
            <a:off x="9420149" y="5687568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D23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8" name="Text 69"/>
          <p:cNvSpPr/>
          <p:nvPr/>
        </p:nvSpPr>
        <p:spPr>
          <a:xfrm>
            <a:off x="9420149" y="5852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79" name="Text 70"/>
          <p:cNvSpPr/>
          <p:nvPr/>
        </p:nvSpPr>
        <p:spPr>
          <a:xfrm>
            <a:off x="10563149" y="5961888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sp>
        <p:nvSpPr>
          <p:cNvPr id="80" name="Shape 71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E2D6C6"/>
          </a:solidFill>
          <a:ln/>
        </p:spPr>
      </p:sp>
      <p:sp>
        <p:nvSpPr>
          <p:cNvPr id="81" name="Text 72"/>
          <p:cNvSpPr/>
          <p:nvPr/>
        </p:nvSpPr>
        <p:spPr>
          <a:xfrm>
            <a:off x="658368" y="6455664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однієї пачки включає ціну EXW Roye, міжнародну логістику, брокерські послуги, митне оформлення та ПДВ-передфінансування. Ставка ввізного мита 0% за сертифікатом EUR.1. Курс 1 € ≈ 51,2 ₴.</a:t>
            </a:r>
            <a:endParaRPr lang="en-US" sz="800" dirty="0"/>
          </a:p>
        </p:txBody>
      </p:sp>
      <p:sp>
        <p:nvSpPr>
          <p:cNvPr id="82" name="Text 73"/>
          <p:cNvSpPr/>
          <p:nvPr/>
        </p:nvSpPr>
        <p:spPr>
          <a:xfrm>
            <a:off x="10710367" y="63093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E7DB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72768"/>
          </a:xfrm>
          <a:prstGeom prst="rect">
            <a:avLst/>
          </a:prstGeom>
          <a:solidFill>
            <a:srgbClr val="F04860"/>
          </a:solidFill>
          <a:ln/>
        </p:spPr>
      </p:sp>
      <p:sp>
        <p:nvSpPr>
          <p:cNvPr id="3" name="Text 1"/>
          <p:cNvSpPr/>
          <p:nvPr/>
        </p:nvSpPr>
        <p:spPr>
          <a:xfrm>
            <a:off x="8607247" y="6400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478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FDB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РИНОК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21792" y="658368"/>
            <a:ext cx="8595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 представлена продукція</a:t>
            </a:r>
            <a:endParaRPr lang="en-US" sz="3400" dirty="0"/>
          </a:p>
        </p:txBody>
      </p:sp>
      <p:pic>
        <p:nvPicPr>
          <p:cNvPr id="6" name="Image 0" descr="/home/user/Chaplygin-Illya/sias_deck/assets/noodle_ribb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89888"/>
            <a:ext cx="12191695" cy="7171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23408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A7F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роздрібні мережі та дистриб'ютори, з якими працює SIAS</a:t>
            </a:r>
            <a:endParaRPr lang="en-US" sz="1100" dirty="0"/>
          </a:p>
        </p:txBody>
      </p:sp>
      <p:pic>
        <p:nvPicPr>
          <p:cNvPr id="8" name="Image 1" descr="/home/user/Chaplygin-Illya/sias_deck/assets/logo_w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743200"/>
            <a:ext cx="10874959" cy="37040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64556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0710367" y="63093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E7DB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2026-08-01T08:47:01Z</dcterms:created>
  <dcterms:modified xsi:type="dcterms:W3CDTF">2026-08-01T08:47:01Z</dcterms:modified>
</cp:coreProperties>
</file>