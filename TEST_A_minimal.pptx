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253F"/>
                </a:solidFill>
                <a:latin typeface="Arial"/>
              </a:rPr>
              <a:t>ТЕСТ 1 — тільки 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Якщо ви бачите цей слайд — PowerPoint читає файл. Слайд 1 з 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253F"/>
                </a:solidFill>
                <a:latin typeface="Arial"/>
              </a:rPr>
              <a:t>ТЕСТ 2 — текст і прямокутник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Якщо ви бачите цей слайд — PowerPoint читає файл. Слайд 2 з 3.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3657600" cy="1828800"/>
          </a:xfrm>
          <a:prstGeom prst="rect">
            <a:avLst/>
          </a:prstGeom>
          <a:solidFill>
            <a:srgbClr val="B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253F"/>
                </a:solidFill>
                <a:latin typeface="Arial"/>
              </a:rPr>
              <a:t>ТЕСТ 3 — текст і одне фото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Якщо ви бачите цей слайд — PowerPoint читає файл. Слайд 3 з 3.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3657600" cy="1828800"/>
          </a:xfrm>
          <a:prstGeom prst="rect">
            <a:avLst/>
          </a:prstGeom>
          <a:solidFill>
            <a:srgbClr val="B8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_04ad21691281a05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