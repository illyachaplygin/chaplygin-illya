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СКЛАДСЬКІ ПРИМІЩЕННЯ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128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ОРЕНДУ · ТЕРНОПІЛЬ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об’єкти · дані з оголошень myrealtor.com.ua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2A363E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409651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Поліська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441655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 ₴ / міс.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48097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256,50 м² · ≈195 ₴/м²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5047488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RC-225-984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2A363E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5032" y="409651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Текстильна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441655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1 200 $ / міс.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48097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м² · ≈5 $/м²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5047488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RC-224-578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2A363E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409651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Гайова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441655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28 500 ₴ / міс.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48097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м² · ≈150 ₴/м²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5047488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RC-191-631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2A363E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9992" y="409651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Нац. Відродження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079992" y="441655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22 600 ₴ / міс.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079992" y="48097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м² · ≈100 ₴/м²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079992" y="5047488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RC-227-784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станом на 01.09.2026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Зведені дані · 1 /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з карток оголошень · «н/д» — поле не заповнене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189988"/>
                <a:gridCol w="2189988"/>
                <a:gridCol w="2189988"/>
                <a:gridCol w="21899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Поліська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Тернопіль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Текстильна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Тернопіль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Гайова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Тернопіль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Національного Відродження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смт Велика Березовиця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Номер оголошення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RC-225-984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RC-224-578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RC-191-631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RC-227-784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₴ / міс.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1 200 $ / міс.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28 500 ₴ / міс.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22 600 ₴ / міс.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за м² (за сайтом)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≈195 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≈5 $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≈150 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≈100 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 загальна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256,50 м²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м²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м²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м²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Кількість приміщень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(200 + 26 м²)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Габарити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× 12 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Висота стелі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м до конька / 6 м нижча частина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Ворота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 м, можна збільшити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 м і 3,50 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Рампа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є, під бус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Підлога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бетонна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рівна бетонна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бетонна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Матеріал стін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газоблок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поштукатурене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цегла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Зведені дані · 2 /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45720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з карток оголошень · «н/д» — поле не заповнене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189988"/>
                <a:gridCol w="2189988"/>
                <a:gridCol w="2189988"/>
                <a:gridCol w="21899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Поліська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Тернопіль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Текстильна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Тернопіль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Гайова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Тернопіль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Національного Відродження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9C6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смт Велика Березовиця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Електрика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кВт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Каналізація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Територія / ділянка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соток, засипана камінням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стоянка для авто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огороджена парканом, розворот і паркування фур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території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окремий вхід, яма під авто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офіси та санвузол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Інше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власники готові доробляти під орендаря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сухий бокс, Промисловий район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поштукатурене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освітлення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Додаткові платежі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плата по лічильниках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плата по лічильниках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плата по лічильниках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Комісія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описі 100 %, поле не заповнене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оновлення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16.06.2026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15.06.2026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28.05.2026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14.08.2026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в оголошенні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6454F"/>
          </a:solidFill>
          <a:ln w="9525">
            <a:solidFill>
              <a:srgbClr val="364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Поліська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Оренда складу · Тернопіль · RC-225-984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310896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 ₴ / міс.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Поліська, Тернопіль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₴ / міс.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за м² (за сайтом)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≈195 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 загальна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256,50 м²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Кількість приміщень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 ділянки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соток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Прилегла територія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засипана камінням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Висота стелі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м до конька; 6 м нижча частина складу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Ворота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 м, можна збільшити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Підлога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бетонна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Матеріал стін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газоблок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Електрика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кВт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Каналізація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Додаткові параметри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 окремим входом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Особливості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яма під авто; власники готові доробляти під орендаря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Додаткові платежі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плата по лічильниках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Комісія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оновлення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16.06.2026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в оголошенні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00600"/>
            <a:ext cx="11277295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491032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В ОГОЛОШЕННІ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515721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225 984. Пропонується в оренду складське приміщення, загальною площею 256,5 кв. Прилегла територія засипана камінням, загальна площа ділянки 11 соток. Вода центральна, Каналізація центральна. Електрики 20 кВт. Яма під авто. Стеля: 9 м до конька, 6 м нижча частина склада. Бетонна підлога. Ворота 3 на 3 м, можна збільшити ворота. Власники готові доробляти під орендаря. Агентська комісія 100 %.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28192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https://myrealtor.com.ua/uk/objects/details/RC-225-984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Поліська,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RC-225-984 · Фото 1–6 з 21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5-984_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1996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5-984_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1620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5-984_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1244" y="868680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5-984_0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1996" y="3758184"/>
            <a:ext cx="3648456" cy="2688336"/>
          </a:xfrm>
          <a:prstGeom prst="rect">
            <a:avLst/>
          </a:prstGeom>
        </p:spPr>
      </p:pic>
      <p:pic>
        <p:nvPicPr>
          <p:cNvPr id="8" name="Image 4" descr="/tmp/claude-0/-home-user-Chaplygin-Illya/ac90525c-e263-5aac-a89c-fce7a5396842/scratchpad/allimg/RC-225-984_0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1620" y="3758184"/>
            <a:ext cx="3648456" cy="2688336"/>
          </a:xfrm>
          <a:prstGeom prst="rect">
            <a:avLst/>
          </a:prstGeom>
        </p:spPr>
      </p:pic>
      <p:pic>
        <p:nvPicPr>
          <p:cNvPr id="9" name="Image 5" descr="/tmp/claude-0/-home-user-Chaplygin-Illya/ac90525c-e263-5aac-a89c-fce7a5396842/scratchpad/allimg/RC-225-984_06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1244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Поліська,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RC-225-984 · Фото 7–11 з 21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5-984_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1996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5-984_0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1620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5-984_0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1244" y="868680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5-984_1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8" name="Image 4" descr="/tmp/claude-0/-home-user-Chaplygin-Illya/ac90525c-e263-5aac-a89c-fce7a5396842/scratchpad/allimg/RC-225-984_11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Поліська,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RC-225-984 · Фото 12–16 з 21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5-984_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1996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5-984_1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1620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5-984_1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1244" y="868680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5-984_1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8" name="Image 4" descr="/tmp/claude-0/-home-user-Chaplygin-Illya/ac90525c-e263-5aac-a89c-fce7a5396842/scratchpad/allimg/RC-225-984_16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Поліська,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RC-225-984 · Фото 17–21 з 21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5-984_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1996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5-984_1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1620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5-984_1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1244" y="868680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5-984_2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8" name="Image 4" descr="/tmp/claude-0/-home-user-Chaplygin-Illya/ac90525c-e263-5aac-a89c-fce7a5396842/scratchpad/allimg/RC-225-984_21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6454F"/>
          </a:solidFill>
          <a:ln w="9525">
            <a:solidFill>
              <a:srgbClr val="364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Текстильна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Оренда складу · Тернопіль · RC-224-578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310896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1 200 $ / міс.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Текстильна, Тернопіль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1 200 $ / міс.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за м² (за сайтом)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≈5 $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 загальна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м²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Кількість приміщень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Габарити боксу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довжина 18 м × ширина 12 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Висота стелі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Ворота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висота 4,20 м і 3,50 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сухий бокс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Район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Промисловий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Територія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є стоянка для авто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Додаткові платежі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плата по лічильниках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Комісія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оновлення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15.06.2026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в оголошенні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00600"/>
            <a:ext cx="11277295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491032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В ОГОЛОШЕННІ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515721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224 578. Пропонується в оренду складське приміщення, загальною площею 220 кв.м. Розташоване на вулиці Текстильна, район Промисловий. Сухий бокс, довжина 18 м, ширина 12 м. Ворота висота: 4,20 м і 3,50 м. Висота стелі: 5 м. На території є стоянка для авто. Агентська комісія 100 %.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28192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https://myrealtor.com.ua/uk/objects/details/RC-224-578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Текстильна,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RC-224-578 · Фото 1–4 з 8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4-578_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6808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4-578_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6432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4-578_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4-578_0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Текстильна,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RC-224-578 · Фото 5–8 з 8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4-578_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6808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4-578_0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6432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4-578_0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4-578_08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6454F"/>
          </a:solidFill>
          <a:ln w="9525">
            <a:solidFill>
              <a:srgbClr val="364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Гайова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Оренда складу · Тернопіль · RC-191-631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310896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28 500 ₴ / міс.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Гайова, Тернопіль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28 500 ₴ / міс.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за м² (за сайтом)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≈150 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 загальна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м²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Кількість приміщень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Рампа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є, під бус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Підлога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рівна бетонна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Оздоблення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поштукатурене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Додаткові платежі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Комісія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описі — 100 % (поле в картці не заповнене)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оновлення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28.05.2026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в оголошенні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00600"/>
            <a:ext cx="11277295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491032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В ОГОЛОШЕННІ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515721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191 631. Пропонується в оренду складське приміщення з рампою під бус, поштукатурене, загальною площею 190 кв.м. Рівна бетонна підлога. Розташоване по вул. Гайова. Агентська комісія 100 %.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28192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https://myrealtor.com.ua/uk/objects/details/RC-191-631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Гайова,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RC-191-631 · Фото 1–6 з 11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191-631_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1996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191-631_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1620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191-631_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1244" y="868680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191-631_0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1996" y="3758184"/>
            <a:ext cx="3648456" cy="2688336"/>
          </a:xfrm>
          <a:prstGeom prst="rect">
            <a:avLst/>
          </a:prstGeom>
        </p:spPr>
      </p:pic>
      <p:pic>
        <p:nvPicPr>
          <p:cNvPr id="8" name="Image 4" descr="/tmp/claude-0/-home-user-Chaplygin-Illya/ac90525c-e263-5aac-a89c-fce7a5396842/scratchpad/allimg/RC-191-631_0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1620" y="3758184"/>
            <a:ext cx="3648456" cy="2688336"/>
          </a:xfrm>
          <a:prstGeom prst="rect">
            <a:avLst/>
          </a:prstGeom>
        </p:spPr>
      </p:pic>
      <p:pic>
        <p:nvPicPr>
          <p:cNvPr id="9" name="Image 5" descr="/tmp/claude-0/-home-user-Chaplygin-Illya/ac90525c-e263-5aac-a89c-fce7a5396842/scratchpad/allimg/RC-191-631_06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1244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Гайова, Тернопіль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RC-191-631 · Фото 7–11 з 11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191-631_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1996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191-631_0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1620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191-631_0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1244" y="868680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191-631_1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8" name="Image 4" descr="/tmp/claude-0/-home-user-Chaplygin-Illya/ac90525c-e263-5aac-a89c-fce7a5396842/scratchpad/allimg/RC-191-631_11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6454F"/>
          </a:solidFill>
          <a:ln w="9525">
            <a:solidFill>
              <a:srgbClr val="364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Національного Відродження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Оренда складу · смт Велика Березовиця, Тернопільський р-н · RC-227-784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310896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22 600 ₴ / міс.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вул. Національного Відродження, смт Велика Березовиця, Тернопільський р-н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22 600 ₴ / міс.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за м² (за сайтом)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≈100 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 загальна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м²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Кількість приміщень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(200 м² та 26 м²)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Рампа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Підлога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бетонна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Освітлення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Матеріал стін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цегла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території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офіси та санвузол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Огорожа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периметру огороджена парканом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Логістика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місце для розвороту та паркування фур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Розташування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біля Тернополя, с. Березовиця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Додаткові платежі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плата по лічильниках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Комісія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оновлення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14.08.2026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в оголошенні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00600"/>
            <a:ext cx="11277295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491032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В ОГОЛОШЕННІ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515721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227 784. Пропонується в оренду склад з рампою. Складається з двох приміщень 200 кв та 26 кв. Бетона підлога. Освітлення. На території є офіси та с/в. Територія по периметру огороджена парканом. Місце для розвороту та паркування фур. Розташований біля Тернополя, с. Березовиця. Агентська комісія 100 %.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28192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https://myrealtor.com.ua/uk/objects/details/RC-227-784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Національного Відродження, смт Велика Березовиця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RC-227-784 · Фото 1–4 з 8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7-784_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6808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7-784_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6432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7-784_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7-784_0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вул. Національного Відродження, смт Велика Березовиця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29184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RC-227-784 · Фото 5–8 з 8</a:t>
            </a:r>
            <a:endParaRPr lang="en-US" sz="1100" dirty="0"/>
          </a:p>
        </p:txBody>
      </p:sp>
      <p:pic>
        <p:nvPicPr>
          <p:cNvPr id="4" name="Image 0" descr="/tmp/claude-0/-home-user-Chaplygin-Illya/ac90525c-e263-5aac-a89c-fce7a5396842/scratchpad/allimg/RC-227-784_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6808" y="868680"/>
            <a:ext cx="3648456" cy="2688336"/>
          </a:xfrm>
          <a:prstGeom prst="rect">
            <a:avLst/>
          </a:prstGeom>
        </p:spPr>
      </p:pic>
      <p:pic>
        <p:nvPicPr>
          <p:cNvPr id="5" name="Image 1" descr="/tmp/claude-0/-home-user-Chaplygin-Illya/ac90525c-e263-5aac-a89c-fce7a5396842/scratchpad/allimg/RC-227-784_0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6432" y="868680"/>
            <a:ext cx="3648456" cy="2688336"/>
          </a:xfrm>
          <a:prstGeom prst="rect">
            <a:avLst/>
          </a:prstGeom>
        </p:spPr>
      </p:pic>
      <p:pic>
        <p:nvPicPr>
          <p:cNvPr id="6" name="Image 2" descr="/tmp/claude-0/-home-user-Chaplygin-Illya/ac90525c-e263-5aac-a89c-fce7a5396842/scratchpad/allimg/RC-227-784_0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6808" y="3758184"/>
            <a:ext cx="3648456" cy="2688336"/>
          </a:xfrm>
          <a:prstGeom prst="rect">
            <a:avLst/>
          </a:prstGeom>
        </p:spPr>
      </p:pic>
      <p:pic>
        <p:nvPicPr>
          <p:cNvPr id="7" name="Image 3" descr="/tmp/claude-0/-home-user-Chaplygin-Illya/ac90525c-e263-5aac-a89c-fce7a5396842/scratchpad/allimg/RC-227-784_08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6432" y="3758184"/>
            <a:ext cx="3648456" cy="2688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Складські приміщення в оренду — Тернопіль</dc:title>
  <dc:subject>PptxGenJS Presentation</dc:subject>
  <dc:creator>myrealtor.com.ua</dc:creator>
  <cp:lastModifiedBy>myrealtor.com.ua</cp:lastModifiedBy>
  <cp:revision>1</cp:revision>
  <dcterms:created xsi:type="dcterms:W3CDTF">2026-09-01T16:09:48Z</dcterms:created>
  <dcterms:modified xsi:type="dcterms:W3CDTF">2026-09-01T16:09:48Z</dcterms:modified>
</cp:coreProperties>
</file>